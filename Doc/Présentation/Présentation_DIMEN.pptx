
<file path=[Content_Types].xml><?xml version="1.0" encoding="utf-8"?>
<Types xmlns="http://schemas.openxmlformats.org/package/2006/content-types">
  <Default Extension="png" ContentType="image/png"/>
  <Default Extension="glb" ContentType="model/gltf.binary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94949"/>
    <a:srgbClr val="646160"/>
    <a:srgbClr val="9598A0"/>
    <a:srgbClr val="605D5B"/>
    <a:srgbClr val="88898F"/>
    <a:srgbClr val="666360"/>
    <a:srgbClr val="7F7F83"/>
    <a:srgbClr val="8B90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40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C2E525-3804-4D66-9401-48A7928E1468}" type="datetimeFigureOut">
              <a:rPr lang="fr-CH" smtClean="0"/>
              <a:t>31.03.2025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BBCD84-96EF-490A-AFC2-AE5EDD767BC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331939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BBCD84-96EF-490A-AFC2-AE5EDD767BC8}" type="slidenum">
              <a:rPr lang="fr-CH" smtClean="0"/>
              <a:t>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673765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BBCD84-96EF-490A-AFC2-AE5EDD767BC8}" type="slidenum">
              <a:rPr lang="fr-CH" smtClean="0"/>
              <a:t>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0625977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BBCD84-96EF-490A-AFC2-AE5EDD767BC8}" type="slidenum">
              <a:rPr lang="fr-CH" smtClean="0"/>
              <a:t>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388978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BBCD84-96EF-490A-AFC2-AE5EDD767BC8}" type="slidenum">
              <a:rPr lang="fr-CH" smtClean="0"/>
              <a:t>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563480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BBCD84-96EF-490A-AFC2-AE5EDD767BC8}" type="slidenum">
              <a:rPr lang="fr-CH" smtClean="0"/>
              <a:t>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553190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D2945A-892C-45CF-A95F-87541E709D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8E70669-A422-4F19-9CFE-37C83EA904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6B1B6C2-2251-41F5-859F-FA0FAB439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E9DD-CFC6-4EAA-A32A-E6EB598B30D3}" type="datetime1">
              <a:rPr lang="fr-CH" smtClean="0"/>
              <a:t>31.03.2025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1F8740C-D797-4907-9329-AB0CFC245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D60B162-5A1C-4772-AB87-4477CB732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33694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9C218F-6C96-469B-BE82-1563C74ED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C529671-47F4-4570-BFF5-036523E6B9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047DB82-DCAC-4B30-94BF-C160B9D1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A65DD3-4FFD-4945-A152-8DA185BDEA28}" type="datetime1">
              <a:rPr lang="fr-CH" smtClean="0"/>
              <a:t>31.03.2025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DA9342C-BE39-4250-A312-BFF2D05F9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2FAD570-7430-44C8-8A0F-8CA38C186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201709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E82A58-C011-470A-884A-926EC1C4B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BD74190-092F-400B-8646-9C432C1E43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50C59BD-B011-425E-9136-F742AA6F7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D91C5-FC07-4C7C-9AC5-FD416600BD03}" type="datetime1">
              <a:rPr lang="fr-CH" smtClean="0"/>
              <a:t>31.03.2025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AA26A56-D266-45B3-82D3-014491ACE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E3AB113-C455-4577-AAA9-7DD1A075D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79777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7C0D9A-2375-4E88-868D-F5A2B2094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7812647-7FE0-453E-845C-C5743BE7EE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B745D93-8D75-40B3-8C20-8734E623BD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229DA1F-3EEE-43B0-84EC-C08A0024D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11D1-7F57-48E1-8F59-13827F86DD1D}" type="datetime1">
              <a:rPr lang="fr-CH" smtClean="0"/>
              <a:t>31.03.2025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4A07FED-30E6-452B-A1BD-EC9F02AD8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0D7FA29-D6C7-4272-826D-8D2C3C338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88024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8B4F1F-5CC8-4875-9647-DD3EAB7B2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9343CA8-5CB0-4A76-A12D-C8074A3363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E2586B4-68A1-4825-B577-548439D8F2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39B29F4-DB12-48BE-B40D-1DD8F3CE16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44C8CDF-E58C-4DC5-B02A-B0FA3A3DE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32413703-A700-49EE-9DD3-EC9950D4D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A1F93-683D-4FC6-81B0-8FFBDF7407C6}" type="datetime1">
              <a:rPr lang="fr-CH" smtClean="0"/>
              <a:t>31.03.2025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016D839-20CB-412B-92AB-5628D083F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00D33A2-EFD5-4B4C-9570-F75B860F6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777345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310433-7203-4567-90B7-A1BBA3E88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1CD21D5-8454-45FE-8B0E-B1CF06D73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18D7D-8299-448C-8A49-A40CA0592DB2}" type="datetime1">
              <a:rPr lang="fr-CH" smtClean="0"/>
              <a:t>31.03.2025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2C1EED2-10F8-4694-A9E2-C1B9B07C8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FF129E3-B8A1-45FE-8B63-85565EFF5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46507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7E0ED17-CE28-40CA-B43F-A7ADC7D65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EAEC1-E9E1-475C-93D7-87B0DB528257}" type="datetime1">
              <a:rPr lang="fr-CH" smtClean="0"/>
              <a:t>31.03.2025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8B279C8-5D8B-4D4B-AC54-649A30A1B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ACDFA31-90C5-4915-A3A9-61EA8279E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795641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CC11A1-28BF-4F0C-935E-95A55E3DC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FB9675-FDF5-4552-A6D3-51E489CAFA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751F2A9-2F1D-4E0B-B95C-430C6D2BB1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D327027-B2BB-494A-87DC-9854945A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7EEEE-C6CD-44FC-9888-888433DA0787}" type="datetime1">
              <a:rPr lang="fr-CH" smtClean="0"/>
              <a:t>31.03.2025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609B834-DC04-43E4-AFB3-8167FCDC5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4B3BE9-B8E0-4DC8-837F-E8CFAE223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15856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A5F54F-1761-4123-85D3-8BAD8C400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2BCFDD7-7024-43EA-B9E3-A85CC4CB64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A01AAB4-949F-435F-84A4-713BBB828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9FB864-9C6A-449F-B5BD-21C185315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C31A60-FE11-414C-9137-2DC385AC88B4}" type="datetime1">
              <a:rPr lang="fr-CH" smtClean="0"/>
              <a:t>31.03.2025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C13070-2D08-41DD-9326-610B5972A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5568F5-D5E8-415C-A6E6-0E4461C45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898585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8759DC-77A9-49B5-BA83-521F1FB66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F48161C-2AB9-45F4-97B5-FC19B0535A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4BEDE7C-C967-45F0-8F4F-EDBF4F88F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7F69B-E27D-460F-93A0-7B12D653C1EA}" type="datetime1">
              <a:rPr lang="fr-CH" smtClean="0"/>
              <a:t>31.03.2025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B9456A8-C456-40A5-9854-A3B3A51A3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7BFD67C-2072-446F-8184-62A654DAD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67602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A989D70-D37B-4BF9-8B9A-CB4D7A84CF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E2A92AC-E6C1-455A-B2D8-E9BC2054D1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F154392-6131-4B14-A819-5B5BDD54A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5E4EA-A735-446C-89E4-94B13A92DA8F}" type="datetime1">
              <a:rPr lang="fr-CH" smtClean="0"/>
              <a:t>31.03.2025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37ABEB-FCD5-4569-B5FC-16AB5017F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2E70FE-973F-409F-BF7E-393EE7F95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82363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1000">
              <a:srgbClr val="605D5B">
                <a:lumMod val="48000"/>
              </a:srgbClr>
            </a:gs>
            <a:gs pos="100000">
              <a:srgbClr val="88898F"/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288785E-377C-4DB8-84B5-63B7D2A1A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1C8369B-4BDC-4A5D-B784-8E9DDEFEA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1E07EFA-5928-4991-B9AE-1F3032FA4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4F45E9-DA71-4382-8C4F-29478AED358E}" type="datetime1">
              <a:rPr lang="fr-CH" smtClean="0"/>
              <a:t>31.03.2025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946E808-3CA2-43C8-9346-6294CA605E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061D14-6962-4003-8837-7BEC660CA4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5CD97F-2943-414E-9A63-247F4BA00F02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72659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microsoft.com/office/2017/06/relationships/model3d" Target="../media/model3d2.glb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7/06/relationships/model3d" Target="../media/model3d3.glb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17/06/relationships/model3d" Target="../media/model3d4.glb"/><Relationship Id="rId5" Type="http://schemas.openxmlformats.org/officeDocument/2006/relationships/image" Target="../media/image3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7/06/relationships/model3d" Target="../media/model3d5.glb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7/06/relationships/model3d" Target="../media/model3d6.glb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7/06/relationships/model3d" Target="../media/model3d7.glb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7/06/relationships/model3d" Target="../media/model3d8.glb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50000">
              <a:schemeClr val="tx1">
                <a:lumMod val="100000"/>
              </a:schemeClr>
            </a:gs>
            <a:gs pos="74000">
              <a:srgbClr val="88898F"/>
            </a:gs>
          </a:gsLst>
          <a:path path="rect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1" name="Modèle 3D 20">
                <a:extLst>
                  <a:ext uri="{FF2B5EF4-FFF2-40B4-BE49-F238E27FC236}">
                    <a16:creationId xmlns:a16="http://schemas.microsoft.com/office/drawing/2014/main" id="{0A54ADC7-90B4-4490-B2FE-38EA0BA41A3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112303559"/>
                  </p:ext>
                </p:extLst>
              </p:nvPr>
            </p:nvGraphicFramePr>
            <p:xfrm>
              <a:off x="4351562" y="1971015"/>
              <a:ext cx="347059" cy="347058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347059" cy="347058"/>
                    </a:xfrm>
                    <a:prstGeom prst="rect">
                      <a:avLst/>
                    </a:prstGeom>
                  </am3d:spPr>
                  <am3d:camera>
                    <am3d:pos x="0" y="0" z="8146920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50689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1" name="Modèle 3D 20">
                <a:extLst>
                  <a:ext uri="{FF2B5EF4-FFF2-40B4-BE49-F238E27FC236}">
                    <a16:creationId xmlns:a16="http://schemas.microsoft.com/office/drawing/2014/main" id="{0A54ADC7-90B4-4490-B2FE-38EA0BA41A3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51562" y="1971015"/>
                <a:ext cx="347059" cy="34705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m3d="http://schemas.microsoft.com/office/drawing/2017/model3d">
        <mc:Choice Requires="am3d">
          <p:graphicFrame>
            <p:nvGraphicFramePr>
              <p:cNvPr id="18" name="Modèle 3D 17">
                <a:extLst>
                  <a:ext uri="{FF2B5EF4-FFF2-40B4-BE49-F238E27FC236}">
                    <a16:creationId xmlns:a16="http://schemas.microsoft.com/office/drawing/2014/main" id="{11A61FB8-3DDF-42C0-89DB-A490C865416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550604965"/>
                  </p:ext>
                </p:extLst>
              </p:nvPr>
            </p:nvGraphicFramePr>
            <p:xfrm>
              <a:off x="2914201" y="2319408"/>
              <a:ext cx="6363597" cy="1519167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6363597" cy="1519167"/>
                    </a:xfrm>
                    <a:prstGeom prst="rect">
                      <a:avLst/>
                    </a:prstGeom>
                  </am3d:spPr>
                  <am3d:camera>
                    <am3d:pos x="0" y="0" z="4847417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45646" d="1000000"/>
                    <am3d:preTrans dx="-18649289" dy="-4297098" dz="0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691052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 xmlns="">
          <p:pic>
            <p:nvPicPr>
              <p:cNvPr id="18" name="Modèle 3D 17">
                <a:extLst>
                  <a:ext uri="{FF2B5EF4-FFF2-40B4-BE49-F238E27FC236}">
                    <a16:creationId xmlns:a16="http://schemas.microsoft.com/office/drawing/2014/main" id="{11A61FB8-3DDF-42C0-89DB-A490C865416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14201" y="2319408"/>
                <a:ext cx="6363597" cy="1519167"/>
              </a:xfrm>
              <a:prstGeom prst="rect">
                <a:avLst/>
              </a:prstGeom>
            </p:spPr>
          </p:pic>
        </mc:Fallback>
      </mc:AlternateContent>
      <p:sp>
        <p:nvSpPr>
          <p:cNvPr id="28" name="ZoneTexte 27">
            <a:extLst>
              <a:ext uri="{FF2B5EF4-FFF2-40B4-BE49-F238E27FC236}">
                <a16:creationId xmlns:a16="http://schemas.microsoft.com/office/drawing/2014/main" id="{A1031809-F9F2-46E3-A24E-53576A3F7C48}"/>
              </a:ext>
            </a:extLst>
          </p:cNvPr>
          <p:cNvSpPr txBox="1"/>
          <p:nvPr/>
        </p:nvSpPr>
        <p:spPr>
          <a:xfrm>
            <a:off x="2800350" y="3848100"/>
            <a:ext cx="63635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Roboto Thin" panose="02000000000000000000" pitchFamily="2" charset="0"/>
                <a:ea typeface="Roboto Thin" panose="02000000000000000000" pitchFamily="2" charset="0"/>
              </a:rPr>
              <a:t>PRE-TPI présenté par Sacha Leone</a:t>
            </a:r>
          </a:p>
          <a:p>
            <a:r>
              <a:rPr lang="fr-CH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Roboto Thin" panose="02000000000000000000" pitchFamily="2" charset="0"/>
                <a:ea typeface="Roboto Thin" panose="02000000000000000000" pitchFamily="2" charset="0"/>
              </a:rPr>
              <a:t>3IND-3TPMa</a:t>
            </a:r>
          </a:p>
        </p:txBody>
      </p:sp>
    </p:spTree>
    <p:extLst>
      <p:ext uri="{BB962C8B-B14F-4D97-AF65-F5344CB8AC3E}">
        <p14:creationId xmlns:p14="http://schemas.microsoft.com/office/powerpoint/2010/main" val="1342316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37" presetClass="emph" presetSubtype="128" repeatCount="indefinite" accel="10000" decel="1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3" dur="15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1000">
              <a:schemeClr val="tx1"/>
            </a:gs>
            <a:gs pos="100000">
              <a:srgbClr val="88898F"/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m3d="http://schemas.microsoft.com/office/drawing/2017/model3d">
        <mc:Choice Requires="am3d">
          <p:graphicFrame>
            <p:nvGraphicFramePr>
              <p:cNvPr id="19" name="Modèle 3D 18">
                <a:extLst>
                  <a:ext uri="{FF2B5EF4-FFF2-40B4-BE49-F238E27FC236}">
                    <a16:creationId xmlns:a16="http://schemas.microsoft.com/office/drawing/2014/main" id="{38C2FCFA-2139-497D-A041-570128AB22A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99563667"/>
                  </p:ext>
                </p:extLst>
              </p:nvPr>
            </p:nvGraphicFramePr>
            <p:xfrm>
              <a:off x="141516" y="7707730"/>
              <a:ext cx="6378913" cy="6481552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6378913" cy="6481552"/>
                    </a:xfrm>
                    <a:prstGeom prst="rect">
                      <a:avLst/>
                    </a:prstGeom>
                  </am3d:spPr>
                  <am3d:camera>
                    <am3d:pos x="0" y="0" z="8146920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-20214972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-513212" ay="1058988" az="-156662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786478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 xmlns="">
          <p:pic>
            <p:nvPicPr>
              <p:cNvPr id="19" name="Modèle 3D 18">
                <a:extLst>
                  <a:ext uri="{FF2B5EF4-FFF2-40B4-BE49-F238E27FC236}">
                    <a16:creationId xmlns:a16="http://schemas.microsoft.com/office/drawing/2014/main" id="{38C2FCFA-2139-497D-A041-570128AB22A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1516" y="7707730"/>
                <a:ext cx="6378913" cy="64815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1" name="Modèle 3D 20">
                <a:extLst>
                  <a:ext uri="{FF2B5EF4-FFF2-40B4-BE49-F238E27FC236}">
                    <a16:creationId xmlns:a16="http://schemas.microsoft.com/office/drawing/2014/main" id="{1FC59D8D-C944-457D-9508-25AADB67DEE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95388529"/>
                  </p:ext>
                </p:extLst>
              </p:nvPr>
            </p:nvGraphicFramePr>
            <p:xfrm>
              <a:off x="11345084" y="7707730"/>
              <a:ext cx="705400" cy="735147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0" y="0"/>
                      <a:ext cx="705400" cy="735147"/>
                    </a:xfrm>
                    <a:prstGeom prst="rect">
                      <a:avLst/>
                    </a:prstGeom>
                  </am3d:spPr>
                  <am3d:camera>
                    <am3d:pos x="0" y="0" z="8146920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00000" d="1000000"/>
                    <am3d:preTrans dx="0" dy="-18572722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-1052766" ay="-496826" az="156435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87909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1" name="Modèle 3D 20">
                <a:extLst>
                  <a:ext uri="{FF2B5EF4-FFF2-40B4-BE49-F238E27FC236}">
                    <a16:creationId xmlns:a16="http://schemas.microsoft.com/office/drawing/2014/main" id="{1FC59D8D-C944-457D-9508-25AADB67DEE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345084" y="7707730"/>
                <a:ext cx="705400" cy="735147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67270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91667E-6 3.7037E-6 L 2.91667E-6 -1.05232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26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9167E-6 -4.81481E-6 L -0.00079 -0.24953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12477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38" presetClass="emph" presetSubtype="128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sum">
                                        <p:cTn id="10" dur="5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3330">
                                          <p:val>
                                            <p:fltVal val="3.4873"/>
                                          </p:val>
                                        </p:tav>
                                        <p:tav tm="6660">
                                          <p:val>
                                            <p:fltVal val="6.0519"/>
                                          </p:val>
                                        </p:tav>
                                        <p:tav tm="9990">
                                          <p:val>
                                            <p:fltVal val="7.8356"/>
                                          </p:val>
                                        </p:tav>
                                        <p:tav tm="13320">
                                          <p:val>
                                            <p:fltVal val="8.9802"/>
                                          </p:val>
                                        </p:tav>
                                        <p:tav tm="16650">
                                          <p:val>
                                            <p:fltVal val="9.6274"/>
                                          </p:val>
                                        </p:tav>
                                        <p:tav tm="19970">
                                          <p:val>
                                            <p:fltVal val="9.9185"/>
                                          </p:val>
                                        </p:tav>
                                        <p:tav tm="23290">
                                          <p:val>
                                            <p:fltVal val="9.9968"/>
                                          </p:val>
                                        </p:tav>
                                        <p:tav tm="26620">
                                          <p:val>
                                            <p:fltVal val="9.9972"/>
                                          </p:val>
                                        </p:tav>
                                        <p:tav tm="29950">
                                          <p:val>
                                            <p:fltVal val="9.9223"/>
                                          </p:val>
                                        </p:tav>
                                        <p:tav tm="33280">
                                          <p:val>
                                            <p:fltVal val="9.6366"/>
                                          </p:val>
                                        </p:tav>
                                        <p:tav tm="36610">
                                          <p:val>
                                            <p:fltVal val="8.9984"/>
                                          </p:val>
                                        </p:tav>
                                        <p:tav tm="39940">
                                          <p:val>
                                            <p:fltVal val="7.8658"/>
                                          </p:val>
                                        </p:tav>
                                        <p:tav tm="43270">
                                          <p:val>
                                            <p:fltVal val="6.097"/>
                                          </p:val>
                                        </p:tav>
                                        <p:tav tm="46600">
                                          <p:val>
                                            <p:fltVal val="3.5502"/>
                                          </p:val>
                                        </p:tav>
                                        <p:tav tm="49930">
                                          <p:val>
                                            <p:fltVal val="0.0837"/>
                                          </p:val>
                                        </p:tav>
                                        <p:tav tm="53250">
                                          <p:val>
                                            <p:fltVal val="-3.4149"/>
                                          </p:val>
                                        </p:tav>
                                        <p:tav tm="56580">
                                          <p:val>
                                            <p:fltVal val="-6.0001"/>
                                          </p:val>
                                        </p:tav>
                                        <p:tav tm="59900">
                                          <p:val>
                                            <p:fltVal val="-7.7965"/>
                                          </p:val>
                                        </p:tav>
                                        <p:tav tm="63220">
                                          <p:val>
                                            <p:fltVal val="-8.9537"/>
                                          </p:val>
                                        </p:tav>
                                        <p:tav tm="66540">
                                          <p:val>
                                            <p:fltVal val="-9.6124"/>
                                          </p:val>
                                        </p:tav>
                                        <p:tav tm="69870">
                                          <p:val>
                                            <p:fltVal val="-9.9135"/>
                                          </p:val>
                                        </p:tav>
                                        <p:tav tm="73190">
                                          <p:val>
                                            <p:fltVal val="-9.9962"/>
                                          </p:val>
                                        </p:tav>
                                        <p:tav tm="76510">
                                          <p:val>
                                            <p:fltVal val="-9.9977"/>
                                          </p:val>
                                        </p:tav>
                                        <p:tav tm="79830">
                                          <p:val>
                                            <p:fltVal val="-9.9278"/>
                                          </p:val>
                                        </p:tav>
                                        <p:tav tm="83160">
                                          <p:val>
                                            <p:fltVal val="-9.6522"/>
                                          </p:val>
                                        </p:tav>
                                        <p:tav tm="86480">
                                          <p:val>
                                            <p:fltVal val="-9.0317"/>
                                          </p:val>
                                        </p:tav>
                                        <p:tav tm="89800">
                                          <p:val>
                                            <p:fltVal val="-7.9252"/>
                                          </p:val>
                                        </p:tav>
                                        <p:tav tm="93120">
                                          <p:val>
                                            <p:fltVal val="-6.1923"/>
                                          </p:val>
                                        </p:tav>
                                        <p:tav tm="96450">
                                          <p:val>
                                            <p:fltVal val="-3.6837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38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sum">
                                        <p:cTn id="12" dur="1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3330">
                                          <p:val>
                                            <p:fltVal val="3.4873"/>
                                          </p:val>
                                        </p:tav>
                                        <p:tav tm="6660">
                                          <p:val>
                                            <p:fltVal val="6.0519"/>
                                          </p:val>
                                        </p:tav>
                                        <p:tav tm="9990">
                                          <p:val>
                                            <p:fltVal val="7.8356"/>
                                          </p:val>
                                        </p:tav>
                                        <p:tav tm="13320">
                                          <p:val>
                                            <p:fltVal val="8.9802"/>
                                          </p:val>
                                        </p:tav>
                                        <p:tav tm="16650">
                                          <p:val>
                                            <p:fltVal val="9.6274"/>
                                          </p:val>
                                        </p:tav>
                                        <p:tav tm="19970">
                                          <p:val>
                                            <p:fltVal val="9.9185"/>
                                          </p:val>
                                        </p:tav>
                                        <p:tav tm="23290">
                                          <p:val>
                                            <p:fltVal val="9.9968"/>
                                          </p:val>
                                        </p:tav>
                                        <p:tav tm="26620">
                                          <p:val>
                                            <p:fltVal val="9.9972"/>
                                          </p:val>
                                        </p:tav>
                                        <p:tav tm="29950">
                                          <p:val>
                                            <p:fltVal val="9.9223"/>
                                          </p:val>
                                        </p:tav>
                                        <p:tav tm="33280">
                                          <p:val>
                                            <p:fltVal val="9.6366"/>
                                          </p:val>
                                        </p:tav>
                                        <p:tav tm="36610">
                                          <p:val>
                                            <p:fltVal val="8.9984"/>
                                          </p:val>
                                        </p:tav>
                                        <p:tav tm="39940">
                                          <p:val>
                                            <p:fltVal val="7.8658"/>
                                          </p:val>
                                        </p:tav>
                                        <p:tav tm="43270">
                                          <p:val>
                                            <p:fltVal val="6.097"/>
                                          </p:val>
                                        </p:tav>
                                        <p:tav tm="46600">
                                          <p:val>
                                            <p:fltVal val="3.5502"/>
                                          </p:val>
                                        </p:tav>
                                        <p:tav tm="49930">
                                          <p:val>
                                            <p:fltVal val="0.0837"/>
                                          </p:val>
                                        </p:tav>
                                        <p:tav tm="53250">
                                          <p:val>
                                            <p:fltVal val="-3.4149"/>
                                          </p:val>
                                        </p:tav>
                                        <p:tav tm="56580">
                                          <p:val>
                                            <p:fltVal val="-6.0001"/>
                                          </p:val>
                                        </p:tav>
                                        <p:tav tm="59900">
                                          <p:val>
                                            <p:fltVal val="-7.7965"/>
                                          </p:val>
                                        </p:tav>
                                        <p:tav tm="63220">
                                          <p:val>
                                            <p:fltVal val="-8.9537"/>
                                          </p:val>
                                        </p:tav>
                                        <p:tav tm="66540">
                                          <p:val>
                                            <p:fltVal val="-9.6124"/>
                                          </p:val>
                                        </p:tav>
                                        <p:tav tm="69870">
                                          <p:val>
                                            <p:fltVal val="-9.9135"/>
                                          </p:val>
                                        </p:tav>
                                        <p:tav tm="73190">
                                          <p:val>
                                            <p:fltVal val="-9.9962"/>
                                          </p:val>
                                        </p:tav>
                                        <p:tav tm="76510">
                                          <p:val>
                                            <p:fltVal val="-9.9977"/>
                                          </p:val>
                                        </p:tav>
                                        <p:tav tm="79830">
                                          <p:val>
                                            <p:fltVal val="-9.9278"/>
                                          </p:val>
                                        </p:tav>
                                        <p:tav tm="83160">
                                          <p:val>
                                            <p:fltVal val="-9.6522"/>
                                          </p:val>
                                        </p:tav>
                                        <p:tav tm="86480">
                                          <p:val>
                                            <p:fltVal val="-9.0317"/>
                                          </p:val>
                                        </p:tav>
                                        <p:tav tm="89800">
                                          <p:val>
                                            <p:fltVal val="-7.9252"/>
                                          </p:val>
                                        </p:tav>
                                        <p:tav tm="93120">
                                          <p:val>
                                            <p:fltVal val="-6.1923"/>
                                          </p:val>
                                        </p:tav>
                                        <p:tav tm="96450">
                                          <p:val>
                                            <p:fltVal val="-3.6837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1000">
              <a:schemeClr val="tx1"/>
            </a:gs>
            <a:gs pos="100000">
              <a:srgbClr val="88898F"/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m3d="http://schemas.microsoft.com/office/drawing/2017/model3d">
        <mc:Choice Requires="am3d">
          <p:graphicFrame>
            <p:nvGraphicFramePr>
              <p:cNvPr id="2" name="Modèle 3D 1">
                <a:extLst>
                  <a:ext uri="{FF2B5EF4-FFF2-40B4-BE49-F238E27FC236}">
                    <a16:creationId xmlns:a16="http://schemas.microsoft.com/office/drawing/2014/main" id="{93532437-F5E9-4486-93E5-59AC2C1EC6B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17654948"/>
                  </p:ext>
                </p:extLst>
              </p:nvPr>
            </p:nvGraphicFramePr>
            <p:xfrm>
              <a:off x="305715" y="283257"/>
              <a:ext cx="3912548" cy="304797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3912548" cy="304797"/>
                    </a:xfrm>
                    <a:prstGeom prst="rect">
                      <a:avLst/>
                    </a:prstGeom>
                  </am3d:spPr>
                  <am3d:camera>
                    <am3d:pos x="0" y="0" z="4725237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21839" d="1000000"/>
                    <am3d:preTrans dx="-18158385" dy="-1630316" dz="0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416353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 xmlns="">
          <p:pic>
            <p:nvPicPr>
              <p:cNvPr id="2" name="Modèle 3D 1">
                <a:extLst>
                  <a:ext uri="{FF2B5EF4-FFF2-40B4-BE49-F238E27FC236}">
                    <a16:creationId xmlns:a16="http://schemas.microsoft.com/office/drawing/2014/main" id="{93532437-F5E9-4486-93E5-59AC2C1EC6B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5715" y="283257"/>
                <a:ext cx="3912548" cy="304797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59627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1000">
              <a:schemeClr val="tx1"/>
            </a:gs>
            <a:gs pos="100000">
              <a:srgbClr val="88898F"/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m3d="http://schemas.microsoft.com/office/drawing/2017/model3d">
        <mc:Choice Requires="am3d">
          <p:graphicFrame>
            <p:nvGraphicFramePr>
              <p:cNvPr id="3" name="Modèle 3D 2">
                <a:extLst>
                  <a:ext uri="{FF2B5EF4-FFF2-40B4-BE49-F238E27FC236}">
                    <a16:creationId xmlns:a16="http://schemas.microsoft.com/office/drawing/2014/main" id="{BDA5D965-CD89-4539-82A6-B1094711E5F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763481049"/>
                  </p:ext>
                </p:extLst>
              </p:nvPr>
            </p:nvGraphicFramePr>
            <p:xfrm>
              <a:off x="338212" y="296736"/>
              <a:ext cx="2764623" cy="327377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2764623" cy="327377"/>
                    </a:xfrm>
                    <a:prstGeom prst="rect">
                      <a:avLst/>
                    </a:prstGeom>
                  </am3d:spPr>
                  <am3d:camera>
                    <am3d:pos x="0" y="0" z="4749071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83610" d="1000000"/>
                    <am3d:preTrans dx="-18238686" dy="-2475202" dz="0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93721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 xmlns="">
          <p:pic>
            <p:nvPicPr>
              <p:cNvPr id="3" name="Modèle 3D 2">
                <a:extLst>
                  <a:ext uri="{FF2B5EF4-FFF2-40B4-BE49-F238E27FC236}">
                    <a16:creationId xmlns:a16="http://schemas.microsoft.com/office/drawing/2014/main" id="{BDA5D965-CD89-4539-82A6-B1094711E5F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212" y="296736"/>
                <a:ext cx="2764623" cy="327377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35283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1000">
              <a:schemeClr val="tx1"/>
            </a:gs>
            <a:gs pos="100000">
              <a:srgbClr val="88898F"/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m3d="http://schemas.microsoft.com/office/drawing/2017/model3d">
        <mc:Choice Requires="am3d">
          <p:graphicFrame>
            <p:nvGraphicFramePr>
              <p:cNvPr id="2" name="Modèle 3D 1">
                <a:extLst>
                  <a:ext uri="{FF2B5EF4-FFF2-40B4-BE49-F238E27FC236}">
                    <a16:creationId xmlns:a16="http://schemas.microsoft.com/office/drawing/2014/main" id="{D7C65BEE-DB6D-4236-9FF5-D968552896E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29035279"/>
                  </p:ext>
                </p:extLst>
              </p:nvPr>
            </p:nvGraphicFramePr>
            <p:xfrm>
              <a:off x="331040" y="302187"/>
              <a:ext cx="6652117" cy="321927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6652117" cy="321927"/>
                    </a:xfrm>
                    <a:prstGeom prst="rect">
                      <a:avLst/>
                    </a:prstGeom>
                  </am3d:spPr>
                  <am3d:camera>
                    <am3d:pos x="0" y="0" z="4711284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5689" d="1000000"/>
                    <am3d:preTrans dx="-18098394" dy="-1012791" dz="0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712847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 xmlns="">
          <p:pic>
            <p:nvPicPr>
              <p:cNvPr id="2" name="Modèle 3D 1">
                <a:extLst>
                  <a:ext uri="{FF2B5EF4-FFF2-40B4-BE49-F238E27FC236}">
                    <a16:creationId xmlns:a16="http://schemas.microsoft.com/office/drawing/2014/main" id="{D7C65BEE-DB6D-4236-9FF5-D968552896E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1040" y="302187"/>
                <a:ext cx="6652117" cy="321927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63688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1000">
              <a:schemeClr val="tx1"/>
            </a:gs>
            <a:gs pos="100000">
              <a:srgbClr val="88898F"/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m3d="http://schemas.microsoft.com/office/drawing/2017/model3d">
        <mc:Choice Requires="am3d">
          <p:graphicFrame>
            <p:nvGraphicFramePr>
              <p:cNvPr id="3" name="Modèle 3D 2">
                <a:extLst>
                  <a:ext uri="{FF2B5EF4-FFF2-40B4-BE49-F238E27FC236}">
                    <a16:creationId xmlns:a16="http://schemas.microsoft.com/office/drawing/2014/main" id="{88434655-2006-4FC6-9649-060E5FB06E2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60258442"/>
                  </p:ext>
                </p:extLst>
              </p:nvPr>
            </p:nvGraphicFramePr>
            <p:xfrm>
              <a:off x="344044" y="307569"/>
              <a:ext cx="3473213" cy="298373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3473213" cy="298373"/>
                    </a:xfrm>
                    <a:prstGeom prst="rect">
                      <a:avLst/>
                    </a:prstGeom>
                  </am3d:spPr>
                  <am3d:camera>
                    <am3d:pos x="0" y="0" z="4728299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40053" d="1000000"/>
                    <am3d:preTrans dx="-18182064" dy="-1878894" dz="0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369850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 xmlns="">
          <p:pic>
            <p:nvPicPr>
              <p:cNvPr id="3" name="Modèle 3D 2">
                <a:extLst>
                  <a:ext uri="{FF2B5EF4-FFF2-40B4-BE49-F238E27FC236}">
                    <a16:creationId xmlns:a16="http://schemas.microsoft.com/office/drawing/2014/main" id="{88434655-2006-4FC6-9649-060E5FB06E2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4044" y="307569"/>
                <a:ext cx="3473213" cy="298373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44548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</Words>
  <Application>Microsoft Office PowerPoint</Application>
  <PresentationFormat>Grand écran</PresentationFormat>
  <Paragraphs>7</Paragraphs>
  <Slides>6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Roboto Thin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DIMEN</dc:title>
  <dc:creator>Leone Sacha</dc:creator>
  <cp:lastModifiedBy>Leone Sacha</cp:lastModifiedBy>
  <cp:revision>31</cp:revision>
  <dcterms:created xsi:type="dcterms:W3CDTF">2025-03-31T06:17:39Z</dcterms:created>
  <dcterms:modified xsi:type="dcterms:W3CDTF">2025-03-31T11:34:42Z</dcterms:modified>
</cp:coreProperties>
</file>