
<file path=[Content_Types].xml><?xml version="1.0" encoding="utf-8"?>
<Types xmlns="http://schemas.openxmlformats.org/package/2006/content-types">
  <Default Extension="png" ContentType="image/png"/>
  <Default Extension="glb" ContentType="model/gltf.binary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76" r:id="rId4"/>
    <p:sldId id="274" r:id="rId5"/>
    <p:sldId id="264" r:id="rId6"/>
    <p:sldId id="275" r:id="rId7"/>
    <p:sldId id="258" r:id="rId8"/>
    <p:sldId id="265" r:id="rId9"/>
    <p:sldId id="267" r:id="rId10"/>
    <p:sldId id="273" r:id="rId11"/>
    <p:sldId id="277" r:id="rId12"/>
    <p:sldId id="260" r:id="rId13"/>
    <p:sldId id="270" r:id="rId14"/>
    <p:sldId id="271" r:id="rId15"/>
    <p:sldId id="272" r:id="rId16"/>
    <p:sldId id="278" r:id="rId17"/>
    <p:sldId id="261" r:id="rId18"/>
    <p:sldId id="266" r:id="rId19"/>
    <p:sldId id="268" r:id="rId20"/>
    <p:sldId id="269" r:id="rId21"/>
    <p:sldId id="263" r:id="rId22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05D5B"/>
    <a:srgbClr val="93939B"/>
    <a:srgbClr val="88898F"/>
    <a:srgbClr val="646160"/>
    <a:srgbClr val="9598A0"/>
    <a:srgbClr val="494949"/>
    <a:srgbClr val="666360"/>
    <a:srgbClr val="7F7F83"/>
    <a:srgbClr val="8B909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8421" autoAdjust="0"/>
  </p:normalViewPr>
  <p:slideViewPr>
    <p:cSldViewPr snapToGrid="0">
      <p:cViewPr>
        <p:scale>
          <a:sx n="100" d="100"/>
          <a:sy n="100" d="100"/>
        </p:scale>
        <p:origin x="95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CH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DC2E525-3804-4D66-9401-48A7928E1468}" type="datetimeFigureOut">
              <a:rPr lang="fr-CH" smtClean="0"/>
              <a:t>01.04.2025</a:t>
            </a:fld>
            <a:endParaRPr lang="fr-CH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CH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H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CH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0BBCD84-96EF-490A-AFC2-AE5EDD767BC8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21331939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CH" dirty="0"/>
              <a:t>Durée 30 minute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BBCD84-96EF-490A-AFC2-AE5EDD767BC8}" type="slidenum">
              <a:rPr lang="fr-CH" smtClean="0"/>
              <a:t>1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5807142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H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BBCD84-96EF-490A-AFC2-AE5EDD767BC8}" type="slidenum">
              <a:rPr lang="fr-CH" smtClean="0"/>
              <a:t>2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256737657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H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BBCD84-96EF-490A-AFC2-AE5EDD767BC8}" type="slidenum">
              <a:rPr lang="fr-CH" smtClean="0"/>
              <a:t>3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135729406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H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BBCD84-96EF-490A-AFC2-AE5EDD767BC8}" type="slidenum">
              <a:rPr lang="fr-CH" smtClean="0"/>
              <a:t>4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25693727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H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BBCD84-96EF-490A-AFC2-AE5EDD767BC8}" type="slidenum">
              <a:rPr lang="fr-CH" smtClean="0"/>
              <a:t>5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199233223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H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BBCD84-96EF-490A-AFC2-AE5EDD767BC8}" type="slidenum">
              <a:rPr lang="fr-CH" smtClean="0"/>
              <a:t>6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18258981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H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BBCD84-96EF-490A-AFC2-AE5EDD767BC8}" type="slidenum">
              <a:rPr lang="fr-CH" smtClean="0"/>
              <a:t>7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206259777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H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BBCD84-96EF-490A-AFC2-AE5EDD767BC8}" type="slidenum">
              <a:rPr lang="fr-CH" smtClean="0"/>
              <a:t>8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136753302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H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BBCD84-96EF-490A-AFC2-AE5EDD767BC8}" type="slidenum">
              <a:rPr lang="fr-CH" smtClean="0"/>
              <a:t>9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274644416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H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BBCD84-96EF-490A-AFC2-AE5EDD767BC8}" type="slidenum">
              <a:rPr lang="fr-CH" smtClean="0"/>
              <a:t>10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28746244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H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BBCD84-96EF-490A-AFC2-AE5EDD767BC8}" type="slidenum">
              <a:rPr lang="fr-CH" smtClean="0"/>
              <a:t>11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411090804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H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BBCD84-96EF-490A-AFC2-AE5EDD767BC8}" type="slidenum">
              <a:rPr lang="fr-CH" smtClean="0"/>
              <a:t>12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245634802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H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BBCD84-96EF-490A-AFC2-AE5EDD767BC8}" type="slidenum">
              <a:rPr lang="fr-CH" smtClean="0"/>
              <a:t>13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401928236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H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BBCD84-96EF-490A-AFC2-AE5EDD767BC8}" type="slidenum">
              <a:rPr lang="fr-CH" smtClean="0"/>
              <a:t>14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263289770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H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BBCD84-96EF-490A-AFC2-AE5EDD767BC8}" type="slidenum">
              <a:rPr lang="fr-CH" smtClean="0"/>
              <a:t>15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423805335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H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BBCD84-96EF-490A-AFC2-AE5EDD767BC8}" type="slidenum">
              <a:rPr lang="fr-CH" smtClean="0"/>
              <a:t>16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236561421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H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BBCD84-96EF-490A-AFC2-AE5EDD767BC8}" type="slidenum">
              <a:rPr lang="fr-CH" smtClean="0"/>
              <a:t>17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355319016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H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BBCD84-96EF-490A-AFC2-AE5EDD767BC8}" type="slidenum">
              <a:rPr lang="fr-CH" smtClean="0"/>
              <a:t>18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324941612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H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BBCD84-96EF-490A-AFC2-AE5EDD767BC8}" type="slidenum">
              <a:rPr lang="fr-CH" smtClean="0"/>
              <a:t>19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282228986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H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BBCD84-96EF-490A-AFC2-AE5EDD767BC8}" type="slidenum">
              <a:rPr lang="fr-CH" smtClean="0"/>
              <a:t>20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65885911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H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BBCD84-96EF-490A-AFC2-AE5EDD767BC8}" type="slidenum">
              <a:rPr lang="fr-CH" smtClean="0"/>
              <a:t>21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42906468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7D2945A-892C-45CF-A95F-87541E709D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C8E70669-A422-4F19-9CFE-37C83EA9049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fr-CH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6B1B6C2-2251-41F5-859F-FA0FAB4396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F08B79-B3FE-40C7-BEEE-2057700C6805}" type="datetime1">
              <a:rPr lang="fr-CH" smtClean="0"/>
              <a:t>01.04.2025</a:t>
            </a:fld>
            <a:endParaRPr lang="fr-CH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1F8740C-D797-4907-9329-AB0CFC2454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D60B162-5A1C-4772-AB87-4477CB7321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CD97F-2943-414E-9A63-247F4BA00F02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39336948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99C218F-6C96-469B-BE82-1563C74ED0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C529671-47F4-4570-BFF5-036523E6B9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H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047DB82-DCAC-4B30-94BF-C160B9D1F6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6481F-0509-483E-B842-BE0783DED700}" type="datetime1">
              <a:rPr lang="fr-CH" smtClean="0"/>
              <a:t>01.04.2025</a:t>
            </a:fld>
            <a:endParaRPr lang="fr-CH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DA9342C-BE39-4250-A312-BFF2D05F9D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2FAD570-7430-44C8-8A0F-8CA38C1866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CD97F-2943-414E-9A63-247F4BA00F02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40201709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4E82A58-C011-470A-884A-926EC1C4B6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ABD74190-092F-400B-8646-9C432C1E43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50C59BD-B011-425E-9136-F742AA6F77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929E7-9DF7-4A6F-A9EC-DB49089134DF}" type="datetime1">
              <a:rPr lang="fr-CH" smtClean="0"/>
              <a:t>01.04.2025</a:t>
            </a:fld>
            <a:endParaRPr lang="fr-CH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AA26A56-D266-45B3-82D3-014491ACE1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E3AB113-C455-4577-AAA9-7DD1A075DE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CD97F-2943-414E-9A63-247F4BA00F02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1479777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C7C0D9A-2375-4E88-868D-F5A2B20942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7812647-7FE0-453E-845C-C5743BE7EEE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H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CB745D93-8D75-40B3-8C20-8734E623BD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H"/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A229DA1F-3EEE-43B0-84EC-C08A0024D9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62FDED-C8F6-4BB2-941F-0EB495097002}" type="datetime1">
              <a:rPr lang="fr-CH" smtClean="0"/>
              <a:t>01.04.2025</a:t>
            </a:fld>
            <a:endParaRPr lang="fr-CH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24A07FED-30E6-452B-A1BD-EC9F02AD8C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60D7FA29-D6C7-4272-826D-8D2C3C338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CD97F-2943-414E-9A63-247F4BA00F02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40880241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28B4F1F-5CC8-4875-9647-DD3EAB7B24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19343CA8-5CB0-4A76-A12D-C8074A3363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BE2586B4-68A1-4825-B577-548439D8F2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H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539B29F4-DB12-48BE-B40D-1DD8F3CE164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B44C8CDF-E58C-4DC5-B02A-B0FA3A3DE21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H"/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32413703-A700-49EE-9DD3-EC9950D4DB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EC8458-B66E-440A-A7B9-530D3B187FBE}" type="datetime1">
              <a:rPr lang="fr-CH" smtClean="0"/>
              <a:t>01.04.2025</a:t>
            </a:fld>
            <a:endParaRPr lang="fr-CH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A016D839-20CB-412B-92AB-5628D083FF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900D33A2-EFD5-4B4C-9570-F75B860F65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CD97F-2943-414E-9A63-247F4BA00F02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28777345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E310433-7203-4567-90B7-A1BBA3E880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41CD21D5-8454-45FE-8B0E-B1CF06D736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165117-1C6D-417D-9752-F47BF36B1472}" type="datetime1">
              <a:rPr lang="fr-CH" smtClean="0"/>
              <a:t>01.04.2025</a:t>
            </a:fld>
            <a:endParaRPr lang="fr-CH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32C1EED2-10F8-4694-A9E2-C1B9B07C84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4FF129E3-B8A1-45FE-8B63-85565EFF52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CD97F-2943-414E-9A63-247F4BA00F02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14465076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57E0ED17-CE28-40CA-B43F-A7ADC7D65B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C456F-EF36-4F37-A3D6-44E6FF4A9C71}" type="datetime1">
              <a:rPr lang="fr-CH" smtClean="0"/>
              <a:t>01.04.2025</a:t>
            </a:fld>
            <a:endParaRPr lang="fr-CH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E8B279C8-5D8B-4D4B-AC54-649A30A1B7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8ACDFA31-90C5-4915-A3A9-61EA8279E7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CD97F-2943-414E-9A63-247F4BA00F02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17956410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3CC11A1-28BF-4F0C-935E-95A55E3DCE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8FB9675-FDF5-4552-A6D3-51E489CAFA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H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6751F2A9-2F1D-4E0B-B95C-430C6D2BB1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6D327027-B2BB-494A-87DC-9854945A9E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C9A61-8149-4413-8942-2CB527AA91D7}" type="datetime1">
              <a:rPr lang="fr-CH" smtClean="0"/>
              <a:t>01.04.2025</a:t>
            </a:fld>
            <a:endParaRPr lang="fr-CH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D609B834-DC04-43E4-AFB3-8167FCDC5C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044B3BE9-B8E0-4DC8-837F-E8CFAE223C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CD97F-2943-414E-9A63-247F4BA00F02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15158568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0A5F54F-1761-4123-85D3-8BAD8C4004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92BCFDD7-7024-43EA-B9E3-A85CC4CB647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CH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1A01AAB4-949F-435F-84A4-713BBB828F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939FB864-9C6A-449F-B5BD-21C1853159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884C6F-A2E1-4DF6-AC60-D192B981B5EA}" type="datetime1">
              <a:rPr lang="fr-CH" smtClean="0"/>
              <a:t>01.04.2025</a:t>
            </a:fld>
            <a:endParaRPr lang="fr-CH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84C13070-2D08-41DD-9326-610B5972AC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8E5568F5-D5E8-415C-A6E6-0E4461C45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CD97F-2943-414E-9A63-247F4BA00F02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23898585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38759DC-77A9-49B5-BA83-521F1FB666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DF48161C-2AB9-45F4-97B5-FC19B0535A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H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4BEDE7C-C967-45F0-8F4F-EDBF4F88FA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62A91-0D03-4648-9B99-0CEFF1D2A414}" type="datetime1">
              <a:rPr lang="fr-CH" smtClean="0"/>
              <a:t>01.04.2025</a:t>
            </a:fld>
            <a:endParaRPr lang="fr-CH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B9456A8-C456-40A5-9854-A3B3A51A30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7BFD67C-2072-446F-8184-62A654DADC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CD97F-2943-414E-9A63-247F4BA00F02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40676024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5A989D70-D37B-4BF9-8B9A-CB4D7A84CF5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6E2A92AC-E6C1-455A-B2D8-E9BC2054D1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H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F154392-6131-4B14-A819-5B5BDD54A7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7B6C23-38F6-4D58-9C69-EBD65E71FF6F}" type="datetime1">
              <a:rPr lang="fr-CH" smtClean="0"/>
              <a:t>01.04.2025</a:t>
            </a:fld>
            <a:endParaRPr lang="fr-CH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A37ABEB-FCD5-4569-B5FC-16AB5017F9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E2E70FE-973F-409F-BF7E-393EE7F95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CD97F-2943-414E-9A63-247F4BA00F02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27823639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1000">
              <a:srgbClr val="605D5B">
                <a:lumMod val="48000"/>
              </a:srgbClr>
            </a:gs>
            <a:gs pos="100000">
              <a:srgbClr val="88898F"/>
            </a:gs>
          </a:gsLst>
          <a:path path="rect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6288785E-377C-4DB8-84B5-63B7D2A1AB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B1C8369B-4BDC-4A5D-B784-8E9DDEFEA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H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1E07EFA-5928-4991-B9AE-1F3032FA4E1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A48454-88B0-4BBC-9503-2258981A8D7C}" type="datetime1">
              <a:rPr lang="fr-CH" smtClean="0"/>
              <a:t>01.04.2025</a:t>
            </a:fld>
            <a:endParaRPr lang="fr-CH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946E808-3CA2-43C8-9346-6294CA605EA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CH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A061D14-6962-4003-8837-7BEC660CA4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5CD97F-2943-414E-9A63-247F4BA00F02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18726594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17/06/relationships/model3d" Target="../media/model3d1.glb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microsoft.com/office/2017/06/relationships/model3d" Target="../media/model3d2.glb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17/06/relationships/model3d" Target="../media/model3d3.glb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microsoft.com/office/2017/06/relationships/model3d" Target="../media/model3d4.glb"/><Relationship Id="rId7" Type="http://schemas.microsoft.com/office/2017/06/relationships/model3d" Target="../media/model3d6.glb"/><Relationship Id="rId12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microsoft.com/office/2017/06/relationships/model3d" Target="../media/model3d8.glb"/><Relationship Id="rId5" Type="http://schemas.microsoft.com/office/2017/06/relationships/model3d" Target="../media/model3d5.glb"/><Relationship Id="rId10" Type="http://schemas.openxmlformats.org/officeDocument/2006/relationships/image" Target="../media/image7.png"/><Relationship Id="rId4" Type="http://schemas.openxmlformats.org/officeDocument/2006/relationships/image" Target="../media/image4.png"/><Relationship Id="rId9" Type="http://schemas.microsoft.com/office/2017/06/relationships/model3d" Target="../media/model3d7.glb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microsoft.com/office/2017/06/relationships/model3d" Target="../media/model3d5.glb"/><Relationship Id="rId7" Type="http://schemas.microsoft.com/office/2017/06/relationships/model3d" Target="../media/model3d7.glb"/><Relationship Id="rId12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11" Type="http://schemas.microsoft.com/office/2017/06/relationships/model3d" Target="../media/model3d4.glb"/><Relationship Id="rId5" Type="http://schemas.microsoft.com/office/2017/06/relationships/model3d" Target="../media/model3d6.glb"/><Relationship Id="rId10" Type="http://schemas.openxmlformats.org/officeDocument/2006/relationships/image" Target="../media/image8.png"/><Relationship Id="rId4" Type="http://schemas.openxmlformats.org/officeDocument/2006/relationships/image" Target="../media/image5.png"/><Relationship Id="rId9" Type="http://schemas.microsoft.com/office/2017/06/relationships/model3d" Target="../media/model3d8.glb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microsoft.com/office/2017/06/relationships/model3d" Target="../media/model3d5.glb"/><Relationship Id="rId7" Type="http://schemas.microsoft.com/office/2017/06/relationships/model3d" Target="../media/model3d7.glb"/><Relationship Id="rId12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11" Type="http://schemas.microsoft.com/office/2017/06/relationships/model3d" Target="../media/model3d4.glb"/><Relationship Id="rId5" Type="http://schemas.microsoft.com/office/2017/06/relationships/model3d" Target="../media/model3d6.glb"/><Relationship Id="rId10" Type="http://schemas.openxmlformats.org/officeDocument/2006/relationships/image" Target="../media/image8.png"/><Relationship Id="rId4" Type="http://schemas.openxmlformats.org/officeDocument/2006/relationships/image" Target="../media/image5.png"/><Relationship Id="rId9" Type="http://schemas.microsoft.com/office/2017/06/relationships/model3d" Target="../media/model3d8.glb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microsoft.com/office/2017/06/relationships/model3d" Target="../media/model3d4.glb"/><Relationship Id="rId7" Type="http://schemas.microsoft.com/office/2017/06/relationships/model3d" Target="../media/model3d7.glb"/><Relationship Id="rId12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11" Type="http://schemas.microsoft.com/office/2017/06/relationships/model3d" Target="../media/model3d5.glb"/><Relationship Id="rId5" Type="http://schemas.microsoft.com/office/2017/06/relationships/model3d" Target="../media/model3d6.glb"/><Relationship Id="rId10" Type="http://schemas.openxmlformats.org/officeDocument/2006/relationships/image" Target="../media/image8.png"/><Relationship Id="rId4" Type="http://schemas.openxmlformats.org/officeDocument/2006/relationships/image" Target="../media/image4.png"/><Relationship Id="rId9" Type="http://schemas.microsoft.com/office/2017/06/relationships/model3d" Target="../media/model3d8.glb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9.png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15.png"/><Relationship Id="rId4" Type="http://schemas.openxmlformats.org/officeDocument/2006/relationships/image" Target="../media/image21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microsoft.com/office/2017/06/relationships/model3d" Target="../media/model3d4.glb"/><Relationship Id="rId7" Type="http://schemas.microsoft.com/office/2017/06/relationships/model3d" Target="../media/model3d7.glb"/><Relationship Id="rId12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11" Type="http://schemas.microsoft.com/office/2017/06/relationships/model3d" Target="../media/model3d5.glb"/><Relationship Id="rId5" Type="http://schemas.microsoft.com/office/2017/06/relationships/model3d" Target="../media/model3d6.glb"/><Relationship Id="rId10" Type="http://schemas.openxmlformats.org/officeDocument/2006/relationships/image" Target="../media/image8.png"/><Relationship Id="rId4" Type="http://schemas.openxmlformats.org/officeDocument/2006/relationships/image" Target="../media/image4.png"/><Relationship Id="rId9" Type="http://schemas.microsoft.com/office/2017/06/relationships/model3d" Target="../media/model3d8.glb"/></Relationships>
</file>

<file path=ppt/slides/_rels/slide12.xml.rels><?xml version="1.0" encoding="UTF-8" standalone="yes"?>
<Relationships xmlns="http://schemas.openxmlformats.org/package/2006/relationships"><Relationship Id="rId8" Type="http://schemas.microsoft.com/office/2017/06/relationships/model3d" Target="../media/model3d7.glb"/><Relationship Id="rId13" Type="http://schemas.openxmlformats.org/officeDocument/2006/relationships/image" Target="../media/image5.png"/><Relationship Id="rId3" Type="http://schemas.microsoft.com/office/2017/06/relationships/model3d" Target="../media/model3d6.glb"/><Relationship Id="rId7" Type="http://schemas.openxmlformats.org/officeDocument/2006/relationships/image" Target="../media/image4.png"/><Relationship Id="rId12" Type="http://schemas.microsoft.com/office/2017/06/relationships/model3d" Target="../media/model3d5.glb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microsoft.com/office/2017/06/relationships/model3d" Target="../media/model3d4.glb"/><Relationship Id="rId11" Type="http://schemas.openxmlformats.org/officeDocument/2006/relationships/image" Target="../media/image8.png"/><Relationship Id="rId5" Type="http://schemas.openxmlformats.org/officeDocument/2006/relationships/image" Target="../media/image24.png"/><Relationship Id="rId10" Type="http://schemas.microsoft.com/office/2017/06/relationships/model3d" Target="../media/model3d8.glb"/><Relationship Id="rId4" Type="http://schemas.openxmlformats.org/officeDocument/2006/relationships/image" Target="../media/image24.png"/><Relationship Id="rId9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5.png"/><Relationship Id="rId4" Type="http://schemas.openxmlformats.org/officeDocument/2006/relationships/image" Target="../media/image27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8" Type="http://schemas.microsoft.com/office/2017/06/relationships/model3d" Target="../media/model3d7.glb"/><Relationship Id="rId13" Type="http://schemas.openxmlformats.org/officeDocument/2006/relationships/image" Target="../media/image5.png"/><Relationship Id="rId3" Type="http://schemas.microsoft.com/office/2017/06/relationships/model3d" Target="../media/model3d6.glb"/><Relationship Id="rId7" Type="http://schemas.openxmlformats.org/officeDocument/2006/relationships/image" Target="../media/image4.png"/><Relationship Id="rId12" Type="http://schemas.microsoft.com/office/2017/06/relationships/model3d" Target="../media/model3d5.glb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microsoft.com/office/2017/06/relationships/model3d" Target="../media/model3d4.glb"/><Relationship Id="rId11" Type="http://schemas.openxmlformats.org/officeDocument/2006/relationships/image" Target="../media/image8.png"/><Relationship Id="rId5" Type="http://schemas.openxmlformats.org/officeDocument/2006/relationships/image" Target="../media/image24.png"/><Relationship Id="rId10" Type="http://schemas.microsoft.com/office/2017/06/relationships/model3d" Target="../media/model3d8.glb"/><Relationship Id="rId4" Type="http://schemas.openxmlformats.org/officeDocument/2006/relationships/image" Target="../media/image24.png"/><Relationship Id="rId9" Type="http://schemas.openxmlformats.org/officeDocument/2006/relationships/image" Target="../media/image7.png"/></Relationships>
</file>

<file path=ppt/slides/_rels/slide17.xml.rels><?xml version="1.0" encoding="UTF-8" standalone="yes"?>
<Relationships xmlns="http://schemas.openxmlformats.org/package/2006/relationships"><Relationship Id="rId8" Type="http://schemas.microsoft.com/office/2017/06/relationships/model3d" Target="../media/model3d5.glb"/><Relationship Id="rId13" Type="http://schemas.openxmlformats.org/officeDocument/2006/relationships/image" Target="../media/image8.png"/><Relationship Id="rId3" Type="http://schemas.microsoft.com/office/2017/06/relationships/model3d" Target="../media/model3d7.glb"/><Relationship Id="rId7" Type="http://schemas.openxmlformats.org/officeDocument/2006/relationships/image" Target="../media/image4.png"/><Relationship Id="rId12" Type="http://schemas.microsoft.com/office/2017/06/relationships/model3d" Target="../media/model3d8.glb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microsoft.com/office/2017/06/relationships/model3d" Target="../media/model3d4.glb"/><Relationship Id="rId11" Type="http://schemas.openxmlformats.org/officeDocument/2006/relationships/image" Target="../media/image6.png"/><Relationship Id="rId5" Type="http://schemas.openxmlformats.org/officeDocument/2006/relationships/image" Target="../media/image28.png"/><Relationship Id="rId10" Type="http://schemas.microsoft.com/office/2017/06/relationships/model3d" Target="../media/model3d6.glb"/><Relationship Id="rId4" Type="http://schemas.openxmlformats.org/officeDocument/2006/relationships/image" Target="../media/image28.png"/><Relationship Id="rId9" Type="http://schemas.openxmlformats.org/officeDocument/2006/relationships/image" Target="../media/image5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29.png"/><Relationship Id="rId7" Type="http://schemas.microsoft.com/office/2017/06/relationships/model3d" Target="../media/model3d2.glb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10" Type="http://schemas.microsoft.com/office/2007/relationships/hdphoto" Target="../media/hdphoto1.wdp"/><Relationship Id="rId4" Type="http://schemas.openxmlformats.org/officeDocument/2006/relationships/image" Target="../media/image30.png"/><Relationship Id="rId9" Type="http://schemas.openxmlformats.org/officeDocument/2006/relationships/image" Target="../media/image3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21.xml.rels><?xml version="1.0" encoding="UTF-8" standalone="yes"?>
<Relationships xmlns="http://schemas.openxmlformats.org/package/2006/relationships"><Relationship Id="rId3" Type="http://schemas.microsoft.com/office/2017/06/relationships/model3d" Target="../media/model3d8.glb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5.png"/><Relationship Id="rId4" Type="http://schemas.openxmlformats.org/officeDocument/2006/relationships/image" Target="../media/image3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50000">
              <a:schemeClr val="tx1">
                <a:lumMod val="100000"/>
              </a:schemeClr>
            </a:gs>
            <a:gs pos="74000">
              <a:srgbClr val="88898F"/>
            </a:gs>
          </a:gsLst>
          <a:path path="rect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21" name="Modèle 3D 20">
                <a:extLst>
                  <a:ext uri="{FF2B5EF4-FFF2-40B4-BE49-F238E27FC236}">
                    <a16:creationId xmlns:a16="http://schemas.microsoft.com/office/drawing/2014/main" id="{0A54ADC7-90B4-4490-B2FE-38EA0BA41A33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338634981"/>
                  </p:ext>
                </p:extLst>
              </p:nvPr>
            </p:nvGraphicFramePr>
            <p:xfrm>
              <a:off x="4320199" y="1805674"/>
              <a:ext cx="428823" cy="504206"/>
            </p:xfrm>
            <a:graphic>
              <a:graphicData uri="http://schemas.microsoft.com/office/drawing/2017/model3d">
                <am3d:model3d r:embed="rId3">
                  <am3d:spPr>
                    <a:xfrm>
                      <a:off x="0" y="0"/>
                      <a:ext cx="428823" cy="504206"/>
                    </a:xfrm>
                    <a:prstGeom prst="rect">
                      <a:avLst/>
                    </a:prstGeom>
                  </am3d:spPr>
                  <am3d:camera>
                    <am3d:pos x="0" y="0" z="81469202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500000" d="1000000"/>
                    <am3d:preTrans dx="0" dy="0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2200548" ay="-2423568" az="-1545706"/>
                    <am3d:postTrans dx="0" dy="0" dz="0"/>
                  </am3d:trans>
                  <am3d:raster rName="Office3DRenderer" rVer="16.0.8326">
                    <am3d:blip r:embed="rId4"/>
                  </am3d:raster>
                  <am3d:objViewport viewportSz="506886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21" name="Modèle 3D 20">
                <a:extLst>
                  <a:ext uri="{FF2B5EF4-FFF2-40B4-BE49-F238E27FC236}">
                    <a16:creationId xmlns:a16="http://schemas.microsoft.com/office/drawing/2014/main" id="{0A54ADC7-90B4-4490-B2FE-38EA0BA41A33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320199" y="1805674"/>
                <a:ext cx="428823" cy="50420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am3d="http://schemas.microsoft.com/office/drawing/2017/model3d">
        <mc:Choice Requires="am3d">
          <p:graphicFrame>
            <p:nvGraphicFramePr>
              <p:cNvPr id="18" name="Modèle 3D 17">
                <a:extLst>
                  <a:ext uri="{FF2B5EF4-FFF2-40B4-BE49-F238E27FC236}">
                    <a16:creationId xmlns:a16="http://schemas.microsoft.com/office/drawing/2014/main" id="{11A61FB8-3DDF-42C0-89DB-A490C865416A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094060914"/>
                  </p:ext>
                </p:extLst>
              </p:nvPr>
            </p:nvGraphicFramePr>
            <p:xfrm>
              <a:off x="2914200" y="2319407"/>
              <a:ext cx="6363596" cy="1519166"/>
            </p:xfrm>
            <a:graphic>
              <a:graphicData uri="http://schemas.microsoft.com/office/drawing/2017/model3d">
                <am3d:model3d r:embed="rId5">
                  <am3d:spPr>
                    <a:xfrm>
                      <a:off x="0" y="0"/>
                      <a:ext cx="6363596" cy="1519166"/>
                    </a:xfrm>
                    <a:prstGeom prst="rect">
                      <a:avLst/>
                    </a:prstGeom>
                  </am3d:spPr>
                  <am3d:camera>
                    <am3d:pos x="0" y="0" z="48474177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445646" d="1000000"/>
                    <am3d:preTrans dx="-18649289" dy="-4297098" dz="0"/>
                    <am3d:scale>
                      <am3d:sx n="1000000" d="1000000"/>
                      <am3d:sy n="1000000" d="1000000"/>
                      <am3d:sz n="1000000" d="1000000"/>
                    </am3d:scale>
                    <am3d:rot/>
                    <am3d:postTrans dx="0" dy="0" dz="0"/>
                  </am3d:trans>
                  <am3d:raster rName="Office3DRenderer" rVer="16.0.8326">
                    <am3d:blip r:embed="rId6"/>
                  </am3d:raster>
                  <am3d:objViewport viewportSz="6910522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 xmlns="">
          <p:pic>
            <p:nvPicPr>
              <p:cNvPr id="18" name="Modèle 3D 17">
                <a:extLst>
                  <a:ext uri="{FF2B5EF4-FFF2-40B4-BE49-F238E27FC236}">
                    <a16:creationId xmlns:a16="http://schemas.microsoft.com/office/drawing/2014/main" id="{11A61FB8-3DDF-42C0-89DB-A490C865416A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914200" y="2319407"/>
                <a:ext cx="6363596" cy="1519166"/>
              </a:xfrm>
              <a:prstGeom prst="rect">
                <a:avLst/>
              </a:prstGeom>
            </p:spPr>
          </p:pic>
        </mc:Fallback>
      </mc:AlternateContent>
      <p:sp>
        <p:nvSpPr>
          <p:cNvPr id="28" name="ZoneTexte 27">
            <a:extLst>
              <a:ext uri="{FF2B5EF4-FFF2-40B4-BE49-F238E27FC236}">
                <a16:creationId xmlns:a16="http://schemas.microsoft.com/office/drawing/2014/main" id="{A1031809-F9F2-46E3-A24E-53576A3F7C48}"/>
              </a:ext>
            </a:extLst>
          </p:cNvPr>
          <p:cNvSpPr txBox="1"/>
          <p:nvPr/>
        </p:nvSpPr>
        <p:spPr>
          <a:xfrm>
            <a:off x="2800350" y="3848100"/>
            <a:ext cx="636359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H" sz="2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Roboto Thin" panose="02000000000000000000" pitchFamily="2" charset="0"/>
                <a:ea typeface="Roboto Thin" panose="02000000000000000000" pitchFamily="2" charset="0"/>
              </a:rPr>
              <a:t>PRE-TPI présenté par Sacha Leone</a:t>
            </a:r>
          </a:p>
          <a:p>
            <a:r>
              <a:rPr lang="fr-CH" sz="2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Roboto Thin" panose="02000000000000000000" pitchFamily="2" charset="0"/>
                <a:ea typeface="Roboto Thin" panose="02000000000000000000" pitchFamily="2" charset="0"/>
              </a:rPr>
              <a:t>3IND-3TPMa</a:t>
            </a:r>
          </a:p>
        </p:txBody>
      </p:sp>
    </p:spTree>
    <p:extLst>
      <p:ext uri="{BB962C8B-B14F-4D97-AF65-F5344CB8AC3E}">
        <p14:creationId xmlns:p14="http://schemas.microsoft.com/office/powerpoint/2010/main" val="13423165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1" presetID="37" presetClass="emph" presetSubtype="128" accel="10000" decel="9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22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3d.view.rotation.y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000"/>
                            </p:stCondLst>
                            <p:childTnLst>
                              <p:par>
                                <p:cTn id="24" presetID="37" presetClass="emph" presetSubtype="128" repeatCount="indefinite" accel="10000" decel="1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25" dur="15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3d.view.rotation.y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1000">
              <a:schemeClr val="tx1"/>
            </a:gs>
            <a:gs pos="100000">
              <a:srgbClr val="88898F"/>
            </a:gs>
          </a:gsLst>
          <a:path path="rect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3" name="Modèle 3D 12">
                <a:extLst>
                  <a:ext uri="{FF2B5EF4-FFF2-40B4-BE49-F238E27FC236}">
                    <a16:creationId xmlns:a16="http://schemas.microsoft.com/office/drawing/2014/main" id="{27FBD7F2-6803-4EC4-9030-8F4F9D884A41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339959713"/>
                  </p:ext>
                </p:extLst>
              </p:nvPr>
            </p:nvGraphicFramePr>
            <p:xfrm>
              <a:off x="24215" y="7589640"/>
              <a:ext cx="6139530" cy="6440781"/>
            </p:xfrm>
            <a:graphic>
              <a:graphicData uri="http://schemas.microsoft.com/office/drawing/2017/model3d">
                <am3d:model3d r:embed="rId3">
                  <am3d:spPr>
                    <a:xfrm>
                      <a:off x="0" y="0"/>
                      <a:ext cx="6139530" cy="6440781"/>
                    </a:xfrm>
                    <a:prstGeom prst="rect">
                      <a:avLst/>
                    </a:prstGeom>
                  </am3d:spPr>
                  <am3d:camera>
                    <am3d:pos x="0" y="0" z="81469202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454545" d="1000000"/>
                    <am3d:preTrans dx="0" dy="0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-996268" ay="999100" az="-293045"/>
                    <am3d:postTrans dx="0" dy="0" dz="0"/>
                  </am3d:trans>
                  <am3d:raster rName="Office3DRenderer" rVer="16.0.8326">
                    <am3d:blip r:embed="rId4"/>
                  </am3d:raster>
                  <am3d:objViewport viewportSz="7351412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3" name="Modèle 3D 12">
                <a:extLst>
                  <a:ext uri="{FF2B5EF4-FFF2-40B4-BE49-F238E27FC236}">
                    <a16:creationId xmlns:a16="http://schemas.microsoft.com/office/drawing/2014/main" id="{27FBD7F2-6803-4EC4-9030-8F4F9D884A41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4215" y="7589640"/>
                <a:ext cx="6139530" cy="6440781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7672706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7" presetClass="emph" presetSubtype="128" accel="10000" decel="9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3d.view.rotation.y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95833E-6 2.59259E-6 L 3.95833E-6 -0.96551 " pathEditMode="relative" rAng="0" ptsTypes="AA">
                                      <p:cBhvr>
                                        <p:cTn id="8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4828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1000">
              <a:schemeClr val="tx1"/>
            </a:gs>
            <a:gs pos="100000">
              <a:srgbClr val="88898F"/>
            </a:gs>
          </a:gsLst>
          <a:path path="rect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0" name="Modèle 3D 9">
                <a:extLst>
                  <a:ext uri="{FF2B5EF4-FFF2-40B4-BE49-F238E27FC236}">
                    <a16:creationId xmlns:a16="http://schemas.microsoft.com/office/drawing/2014/main" id="{80111822-3B76-4150-AAC3-1A342E2E6BDD}"/>
                  </a:ext>
                </a:extLst>
              </p:cNvPr>
              <p:cNvGraphicFramePr>
                <a:graphicFrameLocks noChangeAspect="1"/>
              </p:cNvGraphicFramePr>
              <p:nvPr>
                <p:extLst/>
              </p:nvPr>
            </p:nvGraphicFramePr>
            <p:xfrm>
              <a:off x="459654" y="5290188"/>
              <a:ext cx="2047089" cy="159472"/>
            </p:xfrm>
            <a:graphic>
              <a:graphicData uri="http://schemas.microsoft.com/office/drawing/2017/model3d">
                <am3d:model3d r:embed="rId3">
                  <am3d:spPr>
                    <a:xfrm>
                      <a:off x="0" y="0"/>
                      <a:ext cx="2047089" cy="159472"/>
                    </a:xfrm>
                    <a:prstGeom prst="rect">
                      <a:avLst/>
                    </a:prstGeom>
                  </am3d:spPr>
                  <am3d:camera>
                    <am3d:pos x="0" y="0" z="47252373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21839" d="1000000"/>
                    <am3d:preTrans dx="-18158385" dy="-1630316" dz="0"/>
                    <am3d:scale>
                      <am3d:sx n="1000000" d="1000000"/>
                      <am3d:sy n="1000000" d="1000000"/>
                      <am3d:sz n="1000000" d="1000000"/>
                    </am3d:scale>
                    <am3d:rot/>
                    <am3d:postTrans dx="0" dy="0" dz="0"/>
                  </am3d:trans>
                  <am3d:raster rName="Office3DRenderer" rVer="16.0.8326">
                    <am3d:blip r:embed="rId4"/>
                  </am3d:raster>
                  <am3d:objViewport viewportSz="2178396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0" name="Modèle 3D 9">
                <a:extLst>
                  <a:ext uri="{FF2B5EF4-FFF2-40B4-BE49-F238E27FC236}">
                    <a16:creationId xmlns:a16="http://schemas.microsoft.com/office/drawing/2014/main" id="{80111822-3B76-4150-AAC3-1A342E2E6BDD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59654" y="5290188"/>
                <a:ext cx="2047089" cy="15947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1" name="Modèle 3D 10">
                <a:extLst>
                  <a:ext uri="{FF2B5EF4-FFF2-40B4-BE49-F238E27FC236}">
                    <a16:creationId xmlns:a16="http://schemas.microsoft.com/office/drawing/2014/main" id="{8CDBD783-4E38-405F-8704-E9B4D1A35BA6}"/>
                  </a:ext>
                </a:extLst>
              </p:cNvPr>
              <p:cNvGraphicFramePr>
                <a:graphicFrameLocks noChangeAspect="1"/>
              </p:cNvGraphicFramePr>
              <p:nvPr>
                <p:extLst/>
              </p:nvPr>
            </p:nvGraphicFramePr>
            <p:xfrm>
              <a:off x="2872385" y="5288060"/>
              <a:ext cx="1217915" cy="144222"/>
            </p:xfrm>
            <a:graphic>
              <a:graphicData uri="http://schemas.microsoft.com/office/drawing/2017/model3d">
                <am3d:model3d r:embed="rId5">
                  <am3d:spPr>
                    <a:xfrm>
                      <a:off x="0" y="0"/>
                      <a:ext cx="1217915" cy="144222"/>
                    </a:xfrm>
                    <a:prstGeom prst="rect">
                      <a:avLst/>
                    </a:prstGeom>
                  </am3d:spPr>
                  <am3d:camera>
                    <am3d:pos x="0" y="0" z="47490712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83610" d="1000000"/>
                    <am3d:preTrans dx="-18238686" dy="-2475202" dz="0"/>
                    <am3d:scale>
                      <am3d:sx n="1000000" d="1000000"/>
                      <am3d:sy n="1000000" d="1000000"/>
                      <am3d:sz n="1000000" d="1000000"/>
                    </am3d:scale>
                    <am3d:rot/>
                    <am3d:postTrans dx="0" dy="0" dz="0"/>
                  </am3d:trans>
                  <am3d:raster rName="Office3DRenderer" rVer="16.0.8326">
                    <am3d:blip r:embed="rId6"/>
                  </am3d:raster>
                  <am3d:objViewport viewportSz="1293947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1" name="Modèle 3D 10">
                <a:extLst>
                  <a:ext uri="{FF2B5EF4-FFF2-40B4-BE49-F238E27FC236}">
                    <a16:creationId xmlns:a16="http://schemas.microsoft.com/office/drawing/2014/main" id="{8CDBD783-4E38-405F-8704-E9B4D1A35BA6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872385" y="5288060"/>
                <a:ext cx="1217915" cy="14422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2" name="Modèle 3D 11">
                <a:extLst>
                  <a:ext uri="{FF2B5EF4-FFF2-40B4-BE49-F238E27FC236}">
                    <a16:creationId xmlns:a16="http://schemas.microsoft.com/office/drawing/2014/main" id="{4F63D49F-E1C9-4321-89E8-3D956423EB02}"/>
                  </a:ext>
                </a:extLst>
              </p:cNvPr>
              <p:cNvGraphicFramePr>
                <a:graphicFrameLocks noChangeAspect="1"/>
              </p:cNvGraphicFramePr>
              <p:nvPr>
                <p:extLst/>
              </p:nvPr>
            </p:nvGraphicFramePr>
            <p:xfrm>
              <a:off x="4455942" y="5288060"/>
              <a:ext cx="2822576" cy="136598"/>
            </p:xfrm>
            <a:graphic>
              <a:graphicData uri="http://schemas.microsoft.com/office/drawing/2017/model3d">
                <am3d:model3d r:embed="rId7">
                  <am3d:spPr>
                    <a:xfrm>
                      <a:off x="0" y="0"/>
                      <a:ext cx="2822576" cy="136598"/>
                    </a:xfrm>
                    <a:prstGeom prst="rect">
                      <a:avLst/>
                    </a:prstGeom>
                  </am3d:spPr>
                  <am3d:camera>
                    <am3d:pos x="0" y="0" z="47112842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75689" d="1000000"/>
                    <am3d:preTrans dx="-18098394" dy="-1012791" dz="0"/>
                    <am3d:scale>
                      <am3d:sx n="1000000" d="1000000"/>
                      <am3d:sy n="1000000" d="1000000"/>
                      <am3d:sz n="1000000" d="1000000"/>
                    </am3d:scale>
                    <am3d:rot/>
                    <am3d:postTrans dx="0" dy="0" dz="0"/>
                  </am3d:trans>
                  <am3d:raster rName="Office3DRenderer" rVer="16.0.8326">
                    <am3d:blip r:embed="rId8"/>
                  </am3d:raster>
                  <am3d:objViewport viewportSz="3024711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2" name="Modèle 3D 11">
                <a:extLst>
                  <a:ext uri="{FF2B5EF4-FFF2-40B4-BE49-F238E27FC236}">
                    <a16:creationId xmlns:a16="http://schemas.microsoft.com/office/drawing/2014/main" id="{4F63D49F-E1C9-4321-89E8-3D956423EB02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4455942" y="5288060"/>
                <a:ext cx="2822576" cy="13659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3" name="Modèle 3D 12">
                <a:extLst>
                  <a:ext uri="{FF2B5EF4-FFF2-40B4-BE49-F238E27FC236}">
                    <a16:creationId xmlns:a16="http://schemas.microsoft.com/office/drawing/2014/main" id="{93C6BA85-9EA6-4640-8DA3-B9E537B36F94}"/>
                  </a:ext>
                </a:extLst>
              </p:cNvPr>
              <p:cNvGraphicFramePr>
                <a:graphicFrameLocks noChangeAspect="1"/>
              </p:cNvGraphicFramePr>
              <p:nvPr>
                <p:extLst/>
              </p:nvPr>
            </p:nvGraphicFramePr>
            <p:xfrm>
              <a:off x="7644160" y="5288060"/>
              <a:ext cx="1590051" cy="136597"/>
            </p:xfrm>
            <a:graphic>
              <a:graphicData uri="http://schemas.microsoft.com/office/drawing/2017/model3d">
                <am3d:model3d r:embed="rId9">
                  <am3d:spPr>
                    <a:xfrm>
                      <a:off x="0" y="0"/>
                      <a:ext cx="1590051" cy="136597"/>
                    </a:xfrm>
                    <a:prstGeom prst="rect">
                      <a:avLst/>
                    </a:prstGeom>
                  </am3d:spPr>
                  <am3d:camera>
                    <am3d:pos x="0" y="0" z="47282993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40053" d="1000000"/>
                    <am3d:preTrans dx="-18182064" dy="-1878894" dz="0"/>
                    <am3d:scale>
                      <am3d:sx n="1000000" d="1000000"/>
                      <am3d:sy n="1000000" d="1000000"/>
                      <am3d:sz n="1000000" d="1000000"/>
                    </am3d:scale>
                    <am3d:rot/>
                    <am3d:postTrans dx="0" dy="0" dz="0"/>
                  </am3d:trans>
                  <am3d:raster rName="Office3DRenderer" rVer="16.0.8326">
                    <am3d:blip r:embed="rId10"/>
                  </am3d:raster>
                  <am3d:objViewport viewportSz="169319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3" name="Modèle 3D 12">
                <a:extLst>
                  <a:ext uri="{FF2B5EF4-FFF2-40B4-BE49-F238E27FC236}">
                    <a16:creationId xmlns:a16="http://schemas.microsoft.com/office/drawing/2014/main" id="{93C6BA85-9EA6-4640-8DA3-B9E537B36F94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7644160" y="5288060"/>
                <a:ext cx="1590051" cy="13659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4" name="Modèle 3D 13">
                <a:extLst>
                  <a:ext uri="{FF2B5EF4-FFF2-40B4-BE49-F238E27FC236}">
                    <a16:creationId xmlns:a16="http://schemas.microsoft.com/office/drawing/2014/main" id="{FCB4112F-844E-46E2-A73F-F9A70732391F}"/>
                  </a:ext>
                </a:extLst>
              </p:cNvPr>
              <p:cNvGraphicFramePr>
                <a:graphicFrameLocks noChangeAspect="1"/>
              </p:cNvGraphicFramePr>
              <p:nvPr>
                <p:extLst/>
              </p:nvPr>
            </p:nvGraphicFramePr>
            <p:xfrm>
              <a:off x="9599853" y="5295684"/>
              <a:ext cx="2132492" cy="136598"/>
            </p:xfrm>
            <a:graphic>
              <a:graphicData uri="http://schemas.microsoft.com/office/drawing/2017/model3d">
                <am3d:model3d r:embed="rId11">
                  <am3d:spPr>
                    <a:xfrm>
                      <a:off x="0" y="0"/>
                      <a:ext cx="2132492" cy="136598"/>
                    </a:xfrm>
                    <a:prstGeom prst="rect">
                      <a:avLst/>
                    </a:prstGeom>
                  </am3d:spPr>
                  <am3d:camera>
                    <am3d:pos x="0" y="0" z="47169696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99320" d="1000000"/>
                    <am3d:preTrans dx="-18129112" dy="-1338919" dz="0"/>
                    <am3d:scale>
                      <am3d:sx n="1000000" d="1000000"/>
                      <am3d:sy n="1000000" d="1000000"/>
                      <am3d:sz n="1000000" d="1000000"/>
                    </am3d:scale>
                    <am3d:rot/>
                    <am3d:postTrans dx="0" dy="0" dz="0"/>
                  </am3d:trans>
                  <am3d:raster rName="Office3DRenderer" rVer="16.0.8326">
                    <am3d:blip r:embed="rId12"/>
                  </am3d:raster>
                  <am3d:objViewport viewportSz="2279648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4" name="Modèle 3D 13">
                <a:extLst>
                  <a:ext uri="{FF2B5EF4-FFF2-40B4-BE49-F238E27FC236}">
                    <a16:creationId xmlns:a16="http://schemas.microsoft.com/office/drawing/2014/main" id="{FCB4112F-844E-46E2-A73F-F9A70732391F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9599853" y="5295684"/>
                <a:ext cx="2132492" cy="136598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70867514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14:flythrough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1000">
              <a:schemeClr val="tx1"/>
            </a:gs>
            <a:gs pos="100000">
              <a:srgbClr val="88898F"/>
            </a:gs>
          </a:gsLst>
          <a:path path="rect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1" name="Modèle 3D 10">
                <a:extLst>
                  <a:ext uri="{FF2B5EF4-FFF2-40B4-BE49-F238E27FC236}">
                    <a16:creationId xmlns:a16="http://schemas.microsoft.com/office/drawing/2014/main" id="{8CDBD783-4E38-405F-8704-E9B4D1A35BA6}"/>
                  </a:ext>
                </a:extLst>
              </p:cNvPr>
              <p:cNvGraphicFramePr>
                <a:graphicFrameLocks noChangeAspect="1"/>
              </p:cNvGraphicFramePr>
              <p:nvPr>
                <p:extLst/>
              </p:nvPr>
            </p:nvGraphicFramePr>
            <p:xfrm>
              <a:off x="2872385" y="5288060"/>
              <a:ext cx="1217915" cy="144222"/>
            </p:xfrm>
            <a:graphic>
              <a:graphicData uri="http://schemas.microsoft.com/office/drawing/2017/model3d">
                <am3d:model3d r:embed="rId3">
                  <am3d:spPr>
                    <a:xfrm>
                      <a:off x="0" y="0"/>
                      <a:ext cx="1217915" cy="144222"/>
                    </a:xfrm>
                    <a:prstGeom prst="rect">
                      <a:avLst/>
                    </a:prstGeom>
                  </am3d:spPr>
                  <am3d:camera>
                    <am3d:pos x="0" y="0" z="47490712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83610" d="1000000"/>
                    <am3d:preTrans dx="-18238686" dy="-2475202" dz="0"/>
                    <am3d:scale>
                      <am3d:sx n="1000000" d="1000000"/>
                      <am3d:sy n="1000000" d="1000000"/>
                      <am3d:sz n="1000000" d="1000000"/>
                    </am3d:scale>
                    <am3d:rot/>
                    <am3d:postTrans dx="0" dy="0" dz="0"/>
                  </am3d:trans>
                  <am3d:raster rName="Office3DRenderer" rVer="16.0.8326">
                    <am3d:blip r:embed="rId4"/>
                  </am3d:raster>
                  <am3d:objViewport viewportSz="1293947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1" name="Modèle 3D 10">
                <a:extLst>
                  <a:ext uri="{FF2B5EF4-FFF2-40B4-BE49-F238E27FC236}">
                    <a16:creationId xmlns:a16="http://schemas.microsoft.com/office/drawing/2014/main" id="{8CDBD783-4E38-405F-8704-E9B4D1A35BA6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872385" y="5288060"/>
                <a:ext cx="1217915" cy="14422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2" name="Modèle 3D 11">
                <a:extLst>
                  <a:ext uri="{FF2B5EF4-FFF2-40B4-BE49-F238E27FC236}">
                    <a16:creationId xmlns:a16="http://schemas.microsoft.com/office/drawing/2014/main" id="{4F63D49F-E1C9-4321-89E8-3D956423EB02}"/>
                  </a:ext>
                </a:extLst>
              </p:cNvPr>
              <p:cNvGraphicFramePr>
                <a:graphicFrameLocks noChangeAspect="1"/>
              </p:cNvGraphicFramePr>
              <p:nvPr>
                <p:extLst/>
              </p:nvPr>
            </p:nvGraphicFramePr>
            <p:xfrm>
              <a:off x="4455942" y="5288060"/>
              <a:ext cx="2822576" cy="136598"/>
            </p:xfrm>
            <a:graphic>
              <a:graphicData uri="http://schemas.microsoft.com/office/drawing/2017/model3d">
                <am3d:model3d r:embed="rId5">
                  <am3d:spPr>
                    <a:xfrm>
                      <a:off x="0" y="0"/>
                      <a:ext cx="2822576" cy="136598"/>
                    </a:xfrm>
                    <a:prstGeom prst="rect">
                      <a:avLst/>
                    </a:prstGeom>
                  </am3d:spPr>
                  <am3d:camera>
                    <am3d:pos x="0" y="0" z="47112842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75689" d="1000000"/>
                    <am3d:preTrans dx="-18098394" dy="-1012791" dz="0"/>
                    <am3d:scale>
                      <am3d:sx n="1000000" d="1000000"/>
                      <am3d:sy n="1000000" d="1000000"/>
                      <am3d:sz n="1000000" d="1000000"/>
                    </am3d:scale>
                    <am3d:rot/>
                    <am3d:postTrans dx="0" dy="0" dz="0"/>
                  </am3d:trans>
                  <am3d:raster rName="Office3DRenderer" rVer="16.0.8326">
                    <am3d:blip r:embed="rId6"/>
                  </am3d:raster>
                  <am3d:objViewport viewportSz="3024711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2" name="Modèle 3D 11">
                <a:extLst>
                  <a:ext uri="{FF2B5EF4-FFF2-40B4-BE49-F238E27FC236}">
                    <a16:creationId xmlns:a16="http://schemas.microsoft.com/office/drawing/2014/main" id="{4F63D49F-E1C9-4321-89E8-3D956423EB02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455942" y="5288060"/>
                <a:ext cx="2822576" cy="13659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3" name="Modèle 3D 12">
                <a:extLst>
                  <a:ext uri="{FF2B5EF4-FFF2-40B4-BE49-F238E27FC236}">
                    <a16:creationId xmlns:a16="http://schemas.microsoft.com/office/drawing/2014/main" id="{93C6BA85-9EA6-4640-8DA3-B9E537B36F94}"/>
                  </a:ext>
                </a:extLst>
              </p:cNvPr>
              <p:cNvGraphicFramePr>
                <a:graphicFrameLocks noChangeAspect="1"/>
              </p:cNvGraphicFramePr>
              <p:nvPr>
                <p:extLst/>
              </p:nvPr>
            </p:nvGraphicFramePr>
            <p:xfrm>
              <a:off x="7644160" y="5288060"/>
              <a:ext cx="1590051" cy="136597"/>
            </p:xfrm>
            <a:graphic>
              <a:graphicData uri="http://schemas.microsoft.com/office/drawing/2017/model3d">
                <am3d:model3d r:embed="rId7">
                  <am3d:spPr>
                    <a:xfrm>
                      <a:off x="0" y="0"/>
                      <a:ext cx="1590051" cy="136597"/>
                    </a:xfrm>
                    <a:prstGeom prst="rect">
                      <a:avLst/>
                    </a:prstGeom>
                  </am3d:spPr>
                  <am3d:camera>
                    <am3d:pos x="0" y="0" z="47282993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40053" d="1000000"/>
                    <am3d:preTrans dx="-18182064" dy="-1878894" dz="0"/>
                    <am3d:scale>
                      <am3d:sx n="1000000" d="1000000"/>
                      <am3d:sy n="1000000" d="1000000"/>
                      <am3d:sz n="1000000" d="1000000"/>
                    </am3d:scale>
                    <am3d:rot/>
                    <am3d:postTrans dx="0" dy="0" dz="0"/>
                  </am3d:trans>
                  <am3d:raster rName="Office3DRenderer" rVer="16.0.8326">
                    <am3d:blip r:embed="rId8"/>
                  </am3d:raster>
                  <am3d:objViewport viewportSz="169319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3" name="Modèle 3D 12">
                <a:extLst>
                  <a:ext uri="{FF2B5EF4-FFF2-40B4-BE49-F238E27FC236}">
                    <a16:creationId xmlns:a16="http://schemas.microsoft.com/office/drawing/2014/main" id="{93C6BA85-9EA6-4640-8DA3-B9E537B36F94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7644160" y="5288060"/>
                <a:ext cx="1590051" cy="13659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4" name="Modèle 3D 13">
                <a:extLst>
                  <a:ext uri="{FF2B5EF4-FFF2-40B4-BE49-F238E27FC236}">
                    <a16:creationId xmlns:a16="http://schemas.microsoft.com/office/drawing/2014/main" id="{FCB4112F-844E-46E2-A73F-F9A70732391F}"/>
                  </a:ext>
                </a:extLst>
              </p:cNvPr>
              <p:cNvGraphicFramePr>
                <a:graphicFrameLocks noChangeAspect="1"/>
              </p:cNvGraphicFramePr>
              <p:nvPr>
                <p:extLst/>
              </p:nvPr>
            </p:nvGraphicFramePr>
            <p:xfrm>
              <a:off x="9599853" y="5295684"/>
              <a:ext cx="2132492" cy="136598"/>
            </p:xfrm>
            <a:graphic>
              <a:graphicData uri="http://schemas.microsoft.com/office/drawing/2017/model3d">
                <am3d:model3d r:embed="rId9">
                  <am3d:spPr>
                    <a:xfrm>
                      <a:off x="0" y="0"/>
                      <a:ext cx="2132492" cy="136598"/>
                    </a:xfrm>
                    <a:prstGeom prst="rect">
                      <a:avLst/>
                    </a:prstGeom>
                  </am3d:spPr>
                  <am3d:camera>
                    <am3d:pos x="0" y="0" z="47169696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99320" d="1000000"/>
                    <am3d:preTrans dx="-18129112" dy="-1338919" dz="0"/>
                    <am3d:scale>
                      <am3d:sx n="1000000" d="1000000"/>
                      <am3d:sy n="1000000" d="1000000"/>
                      <am3d:sz n="1000000" d="1000000"/>
                    </am3d:scale>
                    <am3d:rot/>
                    <am3d:postTrans dx="0" dy="0" dz="0"/>
                  </am3d:trans>
                  <am3d:raster rName="Office3DRenderer" rVer="16.0.8326">
                    <am3d:blip r:embed="rId10"/>
                  </am3d:raster>
                  <am3d:objViewport viewportSz="2279648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4" name="Modèle 3D 13">
                <a:extLst>
                  <a:ext uri="{FF2B5EF4-FFF2-40B4-BE49-F238E27FC236}">
                    <a16:creationId xmlns:a16="http://schemas.microsoft.com/office/drawing/2014/main" id="{FCB4112F-844E-46E2-A73F-F9A70732391F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9599853" y="5295684"/>
                <a:ext cx="2132492" cy="13659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5" name="Modèle 3D 14">
                <a:extLst>
                  <a:ext uri="{FF2B5EF4-FFF2-40B4-BE49-F238E27FC236}">
                    <a16:creationId xmlns:a16="http://schemas.microsoft.com/office/drawing/2014/main" id="{4B09BCC7-E184-4609-BE69-08801667B25D}"/>
                  </a:ext>
                </a:extLst>
              </p:cNvPr>
              <p:cNvGraphicFramePr>
                <a:graphicFrameLocks noChangeAspect="1"/>
              </p:cNvGraphicFramePr>
              <p:nvPr>
                <p:extLst/>
              </p:nvPr>
            </p:nvGraphicFramePr>
            <p:xfrm>
              <a:off x="3384055" y="3217734"/>
              <a:ext cx="5423890" cy="422531"/>
            </p:xfrm>
            <a:graphic>
              <a:graphicData uri="http://schemas.microsoft.com/office/drawing/2017/model3d">
                <am3d:model3d r:embed="rId11">
                  <am3d:spPr>
                    <a:xfrm>
                      <a:off x="0" y="0"/>
                      <a:ext cx="5423890" cy="422531"/>
                    </a:xfrm>
                    <a:prstGeom prst="rect">
                      <a:avLst/>
                    </a:prstGeom>
                  </am3d:spPr>
                  <am3d:camera>
                    <am3d:pos x="0" y="0" z="47252373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21839" d="1000000"/>
                    <am3d:preTrans dx="-18158385" dy="-1630316" dz="0"/>
                    <am3d:scale>
                      <am3d:sx n="1000000" d="1000000"/>
                      <am3d:sy n="1000000" d="1000000"/>
                      <am3d:sz n="1000000" d="1000000"/>
                    </am3d:scale>
                    <am3d:rot/>
                    <am3d:postTrans dx="0" dy="0" dz="0"/>
                  </am3d:trans>
                  <am3d:raster rName="Office3DRenderer" rVer="16.0.8326">
                    <am3d:blip r:embed="rId12"/>
                  </am3d:raster>
                  <am3d:objViewport viewportSz="5771797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5" name="Modèle 3D 14">
                <a:extLst>
                  <a:ext uri="{FF2B5EF4-FFF2-40B4-BE49-F238E27FC236}">
                    <a16:creationId xmlns:a16="http://schemas.microsoft.com/office/drawing/2014/main" id="{4B09BCC7-E184-4609-BE69-08801667B25D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3384055" y="3217734"/>
                <a:ext cx="5423890" cy="422531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10728750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3939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E143375-6ABA-4C66-87D5-95B3865FA584}"/>
              </a:ext>
            </a:extLst>
          </p:cNvPr>
          <p:cNvSpPr/>
          <p:nvPr/>
        </p:nvSpPr>
        <p:spPr>
          <a:xfrm>
            <a:off x="11607800" y="0"/>
            <a:ext cx="584199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7" name="Espace réservé du numéro de diapositive 1">
            <a:extLst>
              <a:ext uri="{FF2B5EF4-FFF2-40B4-BE49-F238E27FC236}">
                <a16:creationId xmlns:a16="http://schemas.microsoft.com/office/drawing/2014/main" id="{D57A05F7-135F-47FE-B6D7-EA371F24B9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21799" y="6341835"/>
            <a:ext cx="2743200" cy="365125"/>
          </a:xfrm>
          <a:effectLst/>
        </p:spPr>
        <p:txBody>
          <a:bodyPr/>
          <a:lstStyle/>
          <a:p>
            <a:fld id="{B45CD97F-2943-414E-9A63-247F4BA00F02}" type="slidenum">
              <a:rPr lang="fr-CH" sz="2000" smtClean="0">
                <a:solidFill>
                  <a:schemeClr val="bg1"/>
                </a:solidFill>
                <a:latin typeface="Arial Black" panose="020B0A04020102020204" pitchFamily="34" charset="0"/>
              </a:rPr>
              <a:t>5</a:t>
            </a:fld>
            <a:endParaRPr lang="fr-CH" sz="2000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ECF4B258-1C83-40FC-B9AB-9F2C100C5547}"/>
              </a:ext>
            </a:extLst>
          </p:cNvPr>
          <p:cNvSpPr txBox="1"/>
          <p:nvPr/>
        </p:nvSpPr>
        <p:spPr>
          <a:xfrm>
            <a:off x="663575" y="1004738"/>
            <a:ext cx="8372475" cy="43550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300000"/>
              </a:lnSpc>
              <a:buFont typeface="Arial" panose="020B0604020202020204" pitchFamily="34" charset="0"/>
              <a:buChar char="•"/>
            </a:pPr>
            <a:r>
              <a:rPr lang="fr-CH" sz="2400" b="1" dirty="0"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rPr>
              <a:t>PRE-TPI (Préparation au TPI)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CH" sz="2400" b="1" dirty="0"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rPr>
              <a:t>80 périodes</a:t>
            </a:r>
            <a:br>
              <a:rPr lang="fr-CH" sz="2400" dirty="0"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rPr>
            </a:br>
            <a:r>
              <a:rPr lang="fr-CH" sz="2400" dirty="0"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rPr>
              <a:t>	</a:t>
            </a:r>
            <a:r>
              <a:rPr lang="fr-CH" sz="2000" dirty="0"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rPr>
              <a:t>27.01 jusqu’au 31.03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fr-CH" sz="2400" b="1" dirty="0"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rPr>
              <a:t>Projet Raylib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fr-CH" sz="2400" b="1" dirty="0"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rPr>
              <a:t>Documentation</a:t>
            </a:r>
          </a:p>
          <a:p>
            <a:r>
              <a:rPr lang="fr-CH" sz="2000" dirty="0"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rPr>
              <a:t>	Cahier des charges, rapport, journal de travail, planification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fr-CH" sz="2400" b="1" dirty="0"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rPr>
              <a:t>Présentation</a:t>
            </a: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2E096BB3-AFEA-46EB-9D42-1AD62C1DBCB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1250" b="43604"/>
          <a:stretch/>
        </p:blipFill>
        <p:spPr>
          <a:xfrm>
            <a:off x="152397" y="139699"/>
            <a:ext cx="3048006" cy="461665"/>
          </a:xfrm>
          <a:prstGeom prst="rect">
            <a:avLst/>
          </a:prstGeom>
        </p:spPr>
      </p:pic>
      <p:pic>
        <p:nvPicPr>
          <p:cNvPr id="1026" name="Picture 2" descr="context Icon - Free PNG &amp; SVG 2276547 - Noun Project">
            <a:extLst>
              <a:ext uri="{FF2B5EF4-FFF2-40B4-BE49-F238E27FC236}">
                <a16:creationId xmlns:a16="http://schemas.microsoft.com/office/drawing/2014/main" id="{56E6AD5B-172B-43F6-94FB-8BF9C5F068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09314" y="2344057"/>
            <a:ext cx="1676400" cy="1676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3771438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1000">
              <a:schemeClr val="tx1"/>
            </a:gs>
            <a:gs pos="100000">
              <a:srgbClr val="88898F"/>
            </a:gs>
          </a:gsLst>
          <a:path path="rect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1" name="Modèle 3D 10">
                <a:extLst>
                  <a:ext uri="{FF2B5EF4-FFF2-40B4-BE49-F238E27FC236}">
                    <a16:creationId xmlns:a16="http://schemas.microsoft.com/office/drawing/2014/main" id="{8CDBD783-4E38-405F-8704-E9B4D1A35BA6}"/>
                  </a:ext>
                </a:extLst>
              </p:cNvPr>
              <p:cNvGraphicFramePr>
                <a:graphicFrameLocks noChangeAspect="1"/>
              </p:cNvGraphicFramePr>
              <p:nvPr>
                <p:extLst/>
              </p:nvPr>
            </p:nvGraphicFramePr>
            <p:xfrm>
              <a:off x="2872385" y="5288060"/>
              <a:ext cx="1217915" cy="144222"/>
            </p:xfrm>
            <a:graphic>
              <a:graphicData uri="http://schemas.microsoft.com/office/drawing/2017/model3d">
                <am3d:model3d r:embed="rId3">
                  <am3d:spPr>
                    <a:xfrm>
                      <a:off x="0" y="0"/>
                      <a:ext cx="1217915" cy="144222"/>
                    </a:xfrm>
                    <a:prstGeom prst="rect">
                      <a:avLst/>
                    </a:prstGeom>
                  </am3d:spPr>
                  <am3d:camera>
                    <am3d:pos x="0" y="0" z="47490712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83610" d="1000000"/>
                    <am3d:preTrans dx="-18238686" dy="-2475202" dz="0"/>
                    <am3d:scale>
                      <am3d:sx n="1000000" d="1000000"/>
                      <am3d:sy n="1000000" d="1000000"/>
                      <am3d:sz n="1000000" d="1000000"/>
                    </am3d:scale>
                    <am3d:rot/>
                    <am3d:postTrans dx="0" dy="0" dz="0"/>
                  </am3d:trans>
                  <am3d:raster rName="Office3DRenderer" rVer="16.0.8326">
                    <am3d:blip r:embed="rId4"/>
                  </am3d:raster>
                  <am3d:objViewport viewportSz="1293947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1" name="Modèle 3D 10">
                <a:extLst>
                  <a:ext uri="{FF2B5EF4-FFF2-40B4-BE49-F238E27FC236}">
                    <a16:creationId xmlns:a16="http://schemas.microsoft.com/office/drawing/2014/main" id="{8CDBD783-4E38-405F-8704-E9B4D1A35BA6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872385" y="5288060"/>
                <a:ext cx="1217915" cy="14422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2" name="Modèle 3D 11">
                <a:extLst>
                  <a:ext uri="{FF2B5EF4-FFF2-40B4-BE49-F238E27FC236}">
                    <a16:creationId xmlns:a16="http://schemas.microsoft.com/office/drawing/2014/main" id="{4F63D49F-E1C9-4321-89E8-3D956423EB02}"/>
                  </a:ext>
                </a:extLst>
              </p:cNvPr>
              <p:cNvGraphicFramePr>
                <a:graphicFrameLocks noChangeAspect="1"/>
              </p:cNvGraphicFramePr>
              <p:nvPr>
                <p:extLst/>
              </p:nvPr>
            </p:nvGraphicFramePr>
            <p:xfrm>
              <a:off x="4455942" y="5288060"/>
              <a:ext cx="2822576" cy="136598"/>
            </p:xfrm>
            <a:graphic>
              <a:graphicData uri="http://schemas.microsoft.com/office/drawing/2017/model3d">
                <am3d:model3d r:embed="rId5">
                  <am3d:spPr>
                    <a:xfrm>
                      <a:off x="0" y="0"/>
                      <a:ext cx="2822576" cy="136598"/>
                    </a:xfrm>
                    <a:prstGeom prst="rect">
                      <a:avLst/>
                    </a:prstGeom>
                  </am3d:spPr>
                  <am3d:camera>
                    <am3d:pos x="0" y="0" z="47112842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75689" d="1000000"/>
                    <am3d:preTrans dx="-18098394" dy="-1012791" dz="0"/>
                    <am3d:scale>
                      <am3d:sx n="1000000" d="1000000"/>
                      <am3d:sy n="1000000" d="1000000"/>
                      <am3d:sz n="1000000" d="1000000"/>
                    </am3d:scale>
                    <am3d:rot/>
                    <am3d:postTrans dx="0" dy="0" dz="0"/>
                  </am3d:trans>
                  <am3d:raster rName="Office3DRenderer" rVer="16.0.8326">
                    <am3d:blip r:embed="rId6"/>
                  </am3d:raster>
                  <am3d:objViewport viewportSz="3024711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2" name="Modèle 3D 11">
                <a:extLst>
                  <a:ext uri="{FF2B5EF4-FFF2-40B4-BE49-F238E27FC236}">
                    <a16:creationId xmlns:a16="http://schemas.microsoft.com/office/drawing/2014/main" id="{4F63D49F-E1C9-4321-89E8-3D956423EB02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455942" y="5288060"/>
                <a:ext cx="2822576" cy="13659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3" name="Modèle 3D 12">
                <a:extLst>
                  <a:ext uri="{FF2B5EF4-FFF2-40B4-BE49-F238E27FC236}">
                    <a16:creationId xmlns:a16="http://schemas.microsoft.com/office/drawing/2014/main" id="{93C6BA85-9EA6-4640-8DA3-B9E537B36F94}"/>
                  </a:ext>
                </a:extLst>
              </p:cNvPr>
              <p:cNvGraphicFramePr>
                <a:graphicFrameLocks noChangeAspect="1"/>
              </p:cNvGraphicFramePr>
              <p:nvPr>
                <p:extLst/>
              </p:nvPr>
            </p:nvGraphicFramePr>
            <p:xfrm>
              <a:off x="7644160" y="5288060"/>
              <a:ext cx="1590051" cy="136597"/>
            </p:xfrm>
            <a:graphic>
              <a:graphicData uri="http://schemas.microsoft.com/office/drawing/2017/model3d">
                <am3d:model3d r:embed="rId7">
                  <am3d:spPr>
                    <a:xfrm>
                      <a:off x="0" y="0"/>
                      <a:ext cx="1590051" cy="136597"/>
                    </a:xfrm>
                    <a:prstGeom prst="rect">
                      <a:avLst/>
                    </a:prstGeom>
                  </am3d:spPr>
                  <am3d:camera>
                    <am3d:pos x="0" y="0" z="47282993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40053" d="1000000"/>
                    <am3d:preTrans dx="-18182064" dy="-1878894" dz="0"/>
                    <am3d:scale>
                      <am3d:sx n="1000000" d="1000000"/>
                      <am3d:sy n="1000000" d="1000000"/>
                      <am3d:sz n="1000000" d="1000000"/>
                    </am3d:scale>
                    <am3d:rot/>
                    <am3d:postTrans dx="0" dy="0" dz="0"/>
                  </am3d:trans>
                  <am3d:raster rName="Office3DRenderer" rVer="16.0.8326">
                    <am3d:blip r:embed="rId8"/>
                  </am3d:raster>
                  <am3d:objViewport viewportSz="169319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3" name="Modèle 3D 12">
                <a:extLst>
                  <a:ext uri="{FF2B5EF4-FFF2-40B4-BE49-F238E27FC236}">
                    <a16:creationId xmlns:a16="http://schemas.microsoft.com/office/drawing/2014/main" id="{93C6BA85-9EA6-4640-8DA3-B9E537B36F94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7644160" y="5288060"/>
                <a:ext cx="1590051" cy="13659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4" name="Modèle 3D 13">
                <a:extLst>
                  <a:ext uri="{FF2B5EF4-FFF2-40B4-BE49-F238E27FC236}">
                    <a16:creationId xmlns:a16="http://schemas.microsoft.com/office/drawing/2014/main" id="{FCB4112F-844E-46E2-A73F-F9A70732391F}"/>
                  </a:ext>
                </a:extLst>
              </p:cNvPr>
              <p:cNvGraphicFramePr>
                <a:graphicFrameLocks noChangeAspect="1"/>
              </p:cNvGraphicFramePr>
              <p:nvPr>
                <p:extLst/>
              </p:nvPr>
            </p:nvGraphicFramePr>
            <p:xfrm>
              <a:off x="9599853" y="5295684"/>
              <a:ext cx="2132492" cy="136598"/>
            </p:xfrm>
            <a:graphic>
              <a:graphicData uri="http://schemas.microsoft.com/office/drawing/2017/model3d">
                <am3d:model3d r:embed="rId9">
                  <am3d:spPr>
                    <a:xfrm>
                      <a:off x="0" y="0"/>
                      <a:ext cx="2132492" cy="136598"/>
                    </a:xfrm>
                    <a:prstGeom prst="rect">
                      <a:avLst/>
                    </a:prstGeom>
                  </am3d:spPr>
                  <am3d:camera>
                    <am3d:pos x="0" y="0" z="47169696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99320" d="1000000"/>
                    <am3d:preTrans dx="-18129112" dy="-1338919" dz="0"/>
                    <am3d:scale>
                      <am3d:sx n="1000000" d="1000000"/>
                      <am3d:sy n="1000000" d="1000000"/>
                      <am3d:sz n="1000000" d="1000000"/>
                    </am3d:scale>
                    <am3d:rot/>
                    <am3d:postTrans dx="0" dy="0" dz="0"/>
                  </am3d:trans>
                  <am3d:raster rName="Office3DRenderer" rVer="16.0.8326">
                    <am3d:blip r:embed="rId10"/>
                  </am3d:raster>
                  <am3d:objViewport viewportSz="2279648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4" name="Modèle 3D 13">
                <a:extLst>
                  <a:ext uri="{FF2B5EF4-FFF2-40B4-BE49-F238E27FC236}">
                    <a16:creationId xmlns:a16="http://schemas.microsoft.com/office/drawing/2014/main" id="{FCB4112F-844E-46E2-A73F-F9A70732391F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9599853" y="5295684"/>
                <a:ext cx="2132492" cy="13659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5" name="Modèle 3D 14">
                <a:extLst>
                  <a:ext uri="{FF2B5EF4-FFF2-40B4-BE49-F238E27FC236}">
                    <a16:creationId xmlns:a16="http://schemas.microsoft.com/office/drawing/2014/main" id="{4B09BCC7-E184-4609-BE69-08801667B25D}"/>
                  </a:ext>
                </a:extLst>
              </p:cNvPr>
              <p:cNvGraphicFramePr>
                <a:graphicFrameLocks noChangeAspect="1"/>
              </p:cNvGraphicFramePr>
              <p:nvPr>
                <p:extLst/>
              </p:nvPr>
            </p:nvGraphicFramePr>
            <p:xfrm>
              <a:off x="3384055" y="3217734"/>
              <a:ext cx="5423890" cy="422531"/>
            </p:xfrm>
            <a:graphic>
              <a:graphicData uri="http://schemas.microsoft.com/office/drawing/2017/model3d">
                <am3d:model3d r:embed="rId11">
                  <am3d:spPr>
                    <a:xfrm>
                      <a:off x="0" y="0"/>
                      <a:ext cx="5423890" cy="422531"/>
                    </a:xfrm>
                    <a:prstGeom prst="rect">
                      <a:avLst/>
                    </a:prstGeom>
                  </am3d:spPr>
                  <am3d:camera>
                    <am3d:pos x="0" y="0" z="47252373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21839" d="1000000"/>
                    <am3d:preTrans dx="-18158385" dy="-1630316" dz="0"/>
                    <am3d:scale>
                      <am3d:sx n="1000000" d="1000000"/>
                      <am3d:sy n="1000000" d="1000000"/>
                      <am3d:sz n="1000000" d="1000000"/>
                    </am3d:scale>
                    <am3d:rot/>
                    <am3d:postTrans dx="0" dy="0" dz="0"/>
                  </am3d:trans>
                  <am3d:raster rName="Office3DRenderer" rVer="16.0.8326">
                    <am3d:blip r:embed="rId12"/>
                  </am3d:raster>
                  <am3d:objViewport viewportSz="5771797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5" name="Modèle 3D 14">
                <a:extLst>
                  <a:ext uri="{FF2B5EF4-FFF2-40B4-BE49-F238E27FC236}">
                    <a16:creationId xmlns:a16="http://schemas.microsoft.com/office/drawing/2014/main" id="{4B09BCC7-E184-4609-BE69-08801667B25D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3384055" y="3217734"/>
                <a:ext cx="5423890" cy="422531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56660698"/>
      </p:ext>
    </p:extLst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1000">
              <a:schemeClr val="tx1"/>
            </a:gs>
            <a:gs pos="100000">
              <a:srgbClr val="88898F"/>
            </a:gs>
          </a:gsLst>
          <a:path path="rect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0" name="Modèle 3D 9">
                <a:extLst>
                  <a:ext uri="{FF2B5EF4-FFF2-40B4-BE49-F238E27FC236}">
                    <a16:creationId xmlns:a16="http://schemas.microsoft.com/office/drawing/2014/main" id="{80111822-3B76-4150-AAC3-1A342E2E6BDD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868192084"/>
                  </p:ext>
                </p:extLst>
              </p:nvPr>
            </p:nvGraphicFramePr>
            <p:xfrm>
              <a:off x="459654" y="5290188"/>
              <a:ext cx="2047089" cy="159472"/>
            </p:xfrm>
            <a:graphic>
              <a:graphicData uri="http://schemas.microsoft.com/office/drawing/2017/model3d">
                <am3d:model3d r:embed="rId3">
                  <am3d:spPr>
                    <a:xfrm>
                      <a:off x="0" y="0"/>
                      <a:ext cx="2047089" cy="159472"/>
                    </a:xfrm>
                    <a:prstGeom prst="rect">
                      <a:avLst/>
                    </a:prstGeom>
                  </am3d:spPr>
                  <am3d:camera>
                    <am3d:pos x="0" y="0" z="47252373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21839" d="1000000"/>
                    <am3d:preTrans dx="-18158385" dy="-1630316" dz="0"/>
                    <am3d:scale>
                      <am3d:sx n="1000000" d="1000000"/>
                      <am3d:sy n="1000000" d="1000000"/>
                      <am3d:sz n="1000000" d="1000000"/>
                    </am3d:scale>
                    <am3d:rot/>
                    <am3d:postTrans dx="0" dy="0" dz="0"/>
                  </am3d:trans>
                  <am3d:raster rName="Office3DRenderer" rVer="16.0.8326">
                    <am3d:blip r:embed="rId4"/>
                  </am3d:raster>
                  <am3d:objViewport viewportSz="2178396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0" name="Modèle 3D 9">
                <a:extLst>
                  <a:ext uri="{FF2B5EF4-FFF2-40B4-BE49-F238E27FC236}">
                    <a16:creationId xmlns:a16="http://schemas.microsoft.com/office/drawing/2014/main" id="{80111822-3B76-4150-AAC3-1A342E2E6BDD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59654" y="5290188"/>
                <a:ext cx="2047089" cy="15947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2" name="Modèle 3D 11">
                <a:extLst>
                  <a:ext uri="{FF2B5EF4-FFF2-40B4-BE49-F238E27FC236}">
                    <a16:creationId xmlns:a16="http://schemas.microsoft.com/office/drawing/2014/main" id="{4F63D49F-E1C9-4321-89E8-3D956423EB02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301535951"/>
                  </p:ext>
                </p:extLst>
              </p:nvPr>
            </p:nvGraphicFramePr>
            <p:xfrm>
              <a:off x="4455942" y="5288060"/>
              <a:ext cx="2822576" cy="136598"/>
            </p:xfrm>
            <a:graphic>
              <a:graphicData uri="http://schemas.microsoft.com/office/drawing/2017/model3d">
                <am3d:model3d r:embed="rId5">
                  <am3d:spPr>
                    <a:xfrm>
                      <a:off x="0" y="0"/>
                      <a:ext cx="2822576" cy="136598"/>
                    </a:xfrm>
                    <a:prstGeom prst="rect">
                      <a:avLst/>
                    </a:prstGeom>
                  </am3d:spPr>
                  <am3d:camera>
                    <am3d:pos x="0" y="0" z="47112842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75689" d="1000000"/>
                    <am3d:preTrans dx="-18098394" dy="-1012791" dz="0"/>
                    <am3d:scale>
                      <am3d:sx n="1000000" d="1000000"/>
                      <am3d:sy n="1000000" d="1000000"/>
                      <am3d:sz n="1000000" d="1000000"/>
                    </am3d:scale>
                    <am3d:rot/>
                    <am3d:postTrans dx="0" dy="0" dz="0"/>
                  </am3d:trans>
                  <am3d:raster rName="Office3DRenderer" rVer="16.0.8326">
                    <am3d:blip r:embed="rId6"/>
                  </am3d:raster>
                  <am3d:objViewport viewportSz="3024711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2" name="Modèle 3D 11">
                <a:extLst>
                  <a:ext uri="{FF2B5EF4-FFF2-40B4-BE49-F238E27FC236}">
                    <a16:creationId xmlns:a16="http://schemas.microsoft.com/office/drawing/2014/main" id="{4F63D49F-E1C9-4321-89E8-3D956423EB02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455942" y="5288060"/>
                <a:ext cx="2822576" cy="13659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3" name="Modèle 3D 12">
                <a:extLst>
                  <a:ext uri="{FF2B5EF4-FFF2-40B4-BE49-F238E27FC236}">
                    <a16:creationId xmlns:a16="http://schemas.microsoft.com/office/drawing/2014/main" id="{93C6BA85-9EA6-4640-8DA3-B9E537B36F94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79589341"/>
                  </p:ext>
                </p:extLst>
              </p:nvPr>
            </p:nvGraphicFramePr>
            <p:xfrm>
              <a:off x="7644160" y="5288060"/>
              <a:ext cx="1590051" cy="136597"/>
            </p:xfrm>
            <a:graphic>
              <a:graphicData uri="http://schemas.microsoft.com/office/drawing/2017/model3d">
                <am3d:model3d r:embed="rId7">
                  <am3d:spPr>
                    <a:xfrm>
                      <a:off x="0" y="0"/>
                      <a:ext cx="1590051" cy="136597"/>
                    </a:xfrm>
                    <a:prstGeom prst="rect">
                      <a:avLst/>
                    </a:prstGeom>
                  </am3d:spPr>
                  <am3d:camera>
                    <am3d:pos x="0" y="0" z="47282993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40053" d="1000000"/>
                    <am3d:preTrans dx="-18182064" dy="-1878894" dz="0"/>
                    <am3d:scale>
                      <am3d:sx n="1000000" d="1000000"/>
                      <am3d:sy n="1000000" d="1000000"/>
                      <am3d:sz n="1000000" d="1000000"/>
                    </am3d:scale>
                    <am3d:rot/>
                    <am3d:postTrans dx="0" dy="0" dz="0"/>
                  </am3d:trans>
                  <am3d:raster rName="Office3DRenderer" rVer="16.0.8326">
                    <am3d:blip r:embed="rId8"/>
                  </am3d:raster>
                  <am3d:objViewport viewportSz="169319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3" name="Modèle 3D 12">
                <a:extLst>
                  <a:ext uri="{FF2B5EF4-FFF2-40B4-BE49-F238E27FC236}">
                    <a16:creationId xmlns:a16="http://schemas.microsoft.com/office/drawing/2014/main" id="{93C6BA85-9EA6-4640-8DA3-B9E537B36F94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7644160" y="5288060"/>
                <a:ext cx="1590051" cy="13659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4" name="Modèle 3D 13">
                <a:extLst>
                  <a:ext uri="{FF2B5EF4-FFF2-40B4-BE49-F238E27FC236}">
                    <a16:creationId xmlns:a16="http://schemas.microsoft.com/office/drawing/2014/main" id="{FCB4112F-844E-46E2-A73F-F9A70732391F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108077464"/>
                  </p:ext>
                </p:extLst>
              </p:nvPr>
            </p:nvGraphicFramePr>
            <p:xfrm>
              <a:off x="9599853" y="5295684"/>
              <a:ext cx="2132492" cy="136598"/>
            </p:xfrm>
            <a:graphic>
              <a:graphicData uri="http://schemas.microsoft.com/office/drawing/2017/model3d">
                <am3d:model3d r:embed="rId9">
                  <am3d:spPr>
                    <a:xfrm>
                      <a:off x="0" y="0"/>
                      <a:ext cx="2132492" cy="136598"/>
                    </a:xfrm>
                    <a:prstGeom prst="rect">
                      <a:avLst/>
                    </a:prstGeom>
                  </am3d:spPr>
                  <am3d:camera>
                    <am3d:pos x="0" y="0" z="47169696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99320" d="1000000"/>
                    <am3d:preTrans dx="-18129112" dy="-1338919" dz="0"/>
                    <am3d:scale>
                      <am3d:sx n="1000000" d="1000000"/>
                      <am3d:sy n="1000000" d="1000000"/>
                      <am3d:sz n="1000000" d="1000000"/>
                    </am3d:scale>
                    <am3d:rot/>
                    <am3d:postTrans dx="0" dy="0" dz="0"/>
                  </am3d:trans>
                  <am3d:raster rName="Office3DRenderer" rVer="16.0.8326">
                    <am3d:blip r:embed="rId10"/>
                  </am3d:raster>
                  <am3d:objViewport viewportSz="2279648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4" name="Modèle 3D 13">
                <a:extLst>
                  <a:ext uri="{FF2B5EF4-FFF2-40B4-BE49-F238E27FC236}">
                    <a16:creationId xmlns:a16="http://schemas.microsoft.com/office/drawing/2014/main" id="{FCB4112F-844E-46E2-A73F-F9A70732391F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9599853" y="5295684"/>
                <a:ext cx="2132492" cy="13659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6" name="Modèle 3D 15">
                <a:extLst>
                  <a:ext uri="{FF2B5EF4-FFF2-40B4-BE49-F238E27FC236}">
                    <a16:creationId xmlns:a16="http://schemas.microsoft.com/office/drawing/2014/main" id="{E6342F47-60C4-4377-B9C5-E1C2E9C0906A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144985255"/>
                  </p:ext>
                </p:extLst>
              </p:nvPr>
            </p:nvGraphicFramePr>
            <p:xfrm>
              <a:off x="3849384" y="3162963"/>
              <a:ext cx="4493232" cy="532074"/>
            </p:xfrm>
            <a:graphic>
              <a:graphicData uri="http://schemas.microsoft.com/office/drawing/2017/model3d">
                <am3d:model3d r:embed="rId11">
                  <am3d:spPr>
                    <a:xfrm>
                      <a:off x="0" y="0"/>
                      <a:ext cx="4493232" cy="532074"/>
                    </a:xfrm>
                    <a:prstGeom prst="rect">
                      <a:avLst/>
                    </a:prstGeom>
                  </am3d:spPr>
                  <am3d:camera>
                    <am3d:pos x="0" y="0" z="47490712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83610" d="1000000"/>
                    <am3d:preTrans dx="-18238686" dy="-2475202" dz="0"/>
                    <am3d:scale>
                      <am3d:sx n="1000000" d="1000000"/>
                      <am3d:sy n="1000000" d="1000000"/>
                      <am3d:sz n="1000000" d="1000000"/>
                    </am3d:scale>
                    <am3d:rot/>
                    <am3d:postTrans dx="0" dy="0" dz="0"/>
                  </am3d:trans>
                  <am3d:raster rName="Office3DRenderer" rVer="16.0.8326">
                    <am3d:blip r:embed="rId12"/>
                  </am3d:raster>
                  <am3d:objViewport viewportSz="4773737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6" name="Modèle 3D 15">
                <a:extLst>
                  <a:ext uri="{FF2B5EF4-FFF2-40B4-BE49-F238E27FC236}">
                    <a16:creationId xmlns:a16="http://schemas.microsoft.com/office/drawing/2014/main" id="{E6342F47-60C4-4377-B9C5-E1C2E9C0906A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3849384" y="3162963"/>
                <a:ext cx="4493232" cy="532074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75962741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3939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2" name="Picture 4" descr="File:Opengl-logo.svg - Wikimedia Commons">
            <a:extLst>
              <a:ext uri="{FF2B5EF4-FFF2-40B4-BE49-F238E27FC236}">
                <a16:creationId xmlns:a16="http://schemas.microsoft.com/office/drawing/2014/main" id="{A3A792FF-FCCA-4CF3-B07D-B1D42FED8DA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22" t="2614" r="3906" b="2629"/>
          <a:stretch/>
        </p:blipFill>
        <p:spPr bwMode="auto">
          <a:xfrm>
            <a:off x="774698" y="1457565"/>
            <a:ext cx="1765299" cy="7597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4CB2F745-512D-4159-BFDF-87759859DF2E}"/>
              </a:ext>
            </a:extLst>
          </p:cNvPr>
          <p:cNvSpPr/>
          <p:nvPr/>
        </p:nvSpPr>
        <p:spPr>
          <a:xfrm>
            <a:off x="11607800" y="0"/>
            <a:ext cx="584199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E143375-6ABA-4C66-87D5-95B3865FA584}"/>
              </a:ext>
            </a:extLst>
          </p:cNvPr>
          <p:cNvSpPr/>
          <p:nvPr/>
        </p:nvSpPr>
        <p:spPr>
          <a:xfrm>
            <a:off x="0" y="6184900"/>
            <a:ext cx="12191999" cy="6731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7" name="Espace réservé du numéro de diapositive 1">
            <a:extLst>
              <a:ext uri="{FF2B5EF4-FFF2-40B4-BE49-F238E27FC236}">
                <a16:creationId xmlns:a16="http://schemas.microsoft.com/office/drawing/2014/main" id="{D57A05F7-135F-47FE-B6D7-EA371F24B9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21799" y="6341835"/>
            <a:ext cx="2743200" cy="365125"/>
          </a:xfrm>
          <a:effectLst/>
        </p:spPr>
        <p:txBody>
          <a:bodyPr/>
          <a:lstStyle/>
          <a:p>
            <a:fld id="{B45CD97F-2943-414E-9A63-247F4BA00F02}" type="slidenum">
              <a:rPr lang="fr-CH" sz="2000" smtClean="0">
                <a:solidFill>
                  <a:schemeClr val="bg1"/>
                </a:solidFill>
                <a:latin typeface="Arial Black" panose="020B0A04020102020204" pitchFamily="34" charset="0"/>
              </a:rPr>
              <a:t>8</a:t>
            </a:fld>
            <a:endParaRPr lang="fr-CH" sz="2000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D2AAF063-D85A-4635-92D8-F5079BC402EC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48206"/>
          <a:stretch/>
        </p:blipFill>
        <p:spPr>
          <a:xfrm>
            <a:off x="774699" y="2365883"/>
            <a:ext cx="1765300" cy="914308"/>
          </a:xfrm>
          <a:prstGeom prst="rect">
            <a:avLst/>
          </a:prstGeom>
        </p:spPr>
      </p:pic>
      <p:sp>
        <p:nvSpPr>
          <p:cNvPr id="8" name="ZoneTexte 7">
            <a:extLst>
              <a:ext uri="{FF2B5EF4-FFF2-40B4-BE49-F238E27FC236}">
                <a16:creationId xmlns:a16="http://schemas.microsoft.com/office/drawing/2014/main" id="{E3F1505A-A2A5-48B3-9F0D-C309E4D5BA38}"/>
              </a:ext>
            </a:extLst>
          </p:cNvPr>
          <p:cNvSpPr txBox="1"/>
          <p:nvPr/>
        </p:nvSpPr>
        <p:spPr>
          <a:xfrm>
            <a:off x="3410176" y="1257300"/>
            <a:ext cx="8372475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CH" sz="2400" b="1" dirty="0"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rPr>
              <a:t>Bibliothèque (en C)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CH" sz="2400" b="1" dirty="0"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rPr>
              <a:t>Développement de jeux-vidéos</a:t>
            </a:r>
          </a:p>
          <a:p>
            <a:pPr>
              <a:lnSpc>
                <a:spcPct val="150000"/>
              </a:lnSpc>
            </a:pPr>
            <a:r>
              <a:rPr lang="fr-CH" sz="2400" b="1" dirty="0"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rPr>
              <a:t>	</a:t>
            </a:r>
            <a:r>
              <a:rPr lang="fr-CH" sz="2000" dirty="0"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rPr>
              <a:t>Rendu 2D/3D, audio, entrées utilisateurs, etc…</a:t>
            </a:r>
            <a:endParaRPr lang="fr-CH" sz="2400" dirty="0">
              <a:latin typeface="Roboto" panose="02000000000000000000" pitchFamily="2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675CB9BC-15DE-43C0-BDA9-BBAC9071417D}"/>
              </a:ext>
            </a:extLst>
          </p:cNvPr>
          <p:cNvSpPr txBox="1"/>
          <p:nvPr/>
        </p:nvSpPr>
        <p:spPr>
          <a:xfrm>
            <a:off x="3410176" y="3434819"/>
            <a:ext cx="8372475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CH" sz="2400" b="1" dirty="0"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rPr>
              <a:t>Éditeur de code (C#)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CH" sz="2400" b="1" dirty="0"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rPr>
              <a:t>Création de classes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CH" sz="2400" b="1" dirty="0"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rPr>
              <a:t>Build de la solution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fr-CH" sz="2400" dirty="0">
              <a:latin typeface="Roboto" panose="02000000000000000000" pitchFamily="2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pic>
        <p:nvPicPr>
          <p:cNvPr id="14" name="Image 13">
            <a:extLst>
              <a:ext uri="{FF2B5EF4-FFF2-40B4-BE49-F238E27FC236}">
                <a16:creationId xmlns:a16="http://schemas.microsoft.com/office/drawing/2014/main" id="{4ACBD361-22FF-4952-9436-C7A69FAF3FF2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2083" r="20153" b="44881"/>
          <a:stretch/>
        </p:blipFill>
        <p:spPr>
          <a:xfrm>
            <a:off x="247523" y="171867"/>
            <a:ext cx="2433739" cy="397327"/>
          </a:xfrm>
          <a:prstGeom prst="rect">
            <a:avLst/>
          </a:prstGeom>
        </p:spPr>
      </p:pic>
      <p:grpSp>
        <p:nvGrpSpPr>
          <p:cNvPr id="18" name="Groupe 17">
            <a:extLst>
              <a:ext uri="{FF2B5EF4-FFF2-40B4-BE49-F238E27FC236}">
                <a16:creationId xmlns:a16="http://schemas.microsoft.com/office/drawing/2014/main" id="{3E4474D6-1647-48E3-9C54-A196D710DA33}"/>
              </a:ext>
            </a:extLst>
          </p:cNvPr>
          <p:cNvGrpSpPr/>
          <p:nvPr/>
        </p:nvGrpSpPr>
        <p:grpSpPr>
          <a:xfrm>
            <a:off x="774699" y="3429000"/>
            <a:ext cx="1830362" cy="1765301"/>
            <a:chOff x="668358" y="3288203"/>
            <a:chExt cx="1865404" cy="1799097"/>
          </a:xfrm>
        </p:grpSpPr>
        <p:pic>
          <p:nvPicPr>
            <p:cNvPr id="12" name="Image 11">
              <a:extLst>
                <a:ext uri="{FF2B5EF4-FFF2-40B4-BE49-F238E27FC236}">
                  <a16:creationId xmlns:a16="http://schemas.microsoft.com/office/drawing/2014/main" id="{6E7E3D3C-125C-4ED6-B9FA-518F6F48036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875" t="20667" r="62058" b="16706"/>
            <a:stretch/>
          </p:blipFill>
          <p:spPr>
            <a:xfrm>
              <a:off x="987311" y="3288203"/>
              <a:ext cx="1340075" cy="1270000"/>
            </a:xfrm>
            <a:prstGeom prst="rect">
              <a:avLst/>
            </a:prstGeom>
          </p:spPr>
        </p:pic>
        <p:grpSp>
          <p:nvGrpSpPr>
            <p:cNvPr id="15" name="Groupe 14">
              <a:extLst>
                <a:ext uri="{FF2B5EF4-FFF2-40B4-BE49-F238E27FC236}">
                  <a16:creationId xmlns:a16="http://schemas.microsoft.com/office/drawing/2014/main" id="{83C1E683-BF28-46D8-8E54-A78B43D7B537}"/>
                </a:ext>
              </a:extLst>
            </p:cNvPr>
            <p:cNvGrpSpPr/>
            <p:nvPr/>
          </p:nvGrpSpPr>
          <p:grpSpPr>
            <a:xfrm>
              <a:off x="668358" y="4491454"/>
              <a:ext cx="1865404" cy="595846"/>
              <a:chOff x="7240166" y="4119508"/>
              <a:chExt cx="2582673" cy="824956"/>
            </a:xfrm>
          </p:grpSpPr>
          <p:pic>
            <p:nvPicPr>
              <p:cNvPr id="16" name="Image 15">
                <a:extLst>
                  <a:ext uri="{FF2B5EF4-FFF2-40B4-BE49-F238E27FC236}">
                    <a16:creationId xmlns:a16="http://schemas.microsoft.com/office/drawing/2014/main" id="{E6D17E5F-27F4-41C5-B81B-670BAA02EA89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43738" b="47788"/>
              <a:stretch/>
            </p:blipFill>
            <p:spPr>
              <a:xfrm>
                <a:off x="7240166" y="4119508"/>
                <a:ext cx="1369268" cy="655081"/>
              </a:xfrm>
              <a:prstGeom prst="rect">
                <a:avLst/>
              </a:prstGeom>
            </p:spPr>
          </p:pic>
          <p:pic>
            <p:nvPicPr>
              <p:cNvPr id="17" name="Image 16">
                <a:extLst>
                  <a:ext uri="{FF2B5EF4-FFF2-40B4-BE49-F238E27FC236}">
                    <a16:creationId xmlns:a16="http://schemas.microsoft.com/office/drawing/2014/main" id="{57E57DF3-8724-4E9F-8996-8A0213C45FC1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43738" t="50000" b="-1"/>
              <a:stretch/>
            </p:blipFill>
            <p:spPr>
              <a:xfrm>
                <a:off x="8453571" y="4317135"/>
                <a:ext cx="1369268" cy="627329"/>
              </a:xfrm>
              <a:prstGeom prst="rect">
                <a:avLst/>
              </a:prstGeom>
            </p:spPr>
          </p:pic>
        </p:grpSp>
      </p:grpSp>
      <p:pic>
        <p:nvPicPr>
          <p:cNvPr id="19" name="Image 18">
            <a:extLst>
              <a:ext uri="{FF2B5EF4-FFF2-40B4-BE49-F238E27FC236}">
                <a16:creationId xmlns:a16="http://schemas.microsoft.com/office/drawing/2014/main" id="{786B2952-2CD4-4B60-9551-AE8C20321D5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96413" y="3485999"/>
            <a:ext cx="3263880" cy="1769635"/>
          </a:xfrm>
          <a:prstGeom prst="rect">
            <a:avLst/>
          </a:prstGeom>
        </p:spPr>
      </p:pic>
      <p:pic>
        <p:nvPicPr>
          <p:cNvPr id="21" name="Image 20">
            <a:extLst>
              <a:ext uri="{FF2B5EF4-FFF2-40B4-BE49-F238E27FC236}">
                <a16:creationId xmlns:a16="http://schemas.microsoft.com/office/drawing/2014/main" id="{91EE02D9-BEDA-40D9-96DC-5A5629277393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51892"/>
          <a:stretch/>
        </p:blipFill>
        <p:spPr>
          <a:xfrm>
            <a:off x="774699" y="602550"/>
            <a:ext cx="1765300" cy="8492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525017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0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5E-6 0.00278 L 2.5E-6 0.07153 " pathEditMode="relative" rAng="0" ptsTypes="AA">
                                      <p:cBhvr>
                                        <p:cTn id="24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3426"/>
                                    </p:animMotion>
                                  </p:childTnLst>
                                </p:cTn>
                              </p:par>
                              <p:par>
                                <p:cTn id="25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5E-6 -4.07407E-6 L 2.5E-6 -0.07314 " pathEditMode="relative" rAng="0" ptsTypes="AA">
                                      <p:cBhvr>
                                        <p:cTn id="26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365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11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3939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CB2F745-512D-4159-BFDF-87759859DF2E}"/>
              </a:ext>
            </a:extLst>
          </p:cNvPr>
          <p:cNvSpPr/>
          <p:nvPr/>
        </p:nvSpPr>
        <p:spPr>
          <a:xfrm>
            <a:off x="11607800" y="0"/>
            <a:ext cx="584199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E143375-6ABA-4C66-87D5-95B3865FA584}"/>
              </a:ext>
            </a:extLst>
          </p:cNvPr>
          <p:cNvSpPr/>
          <p:nvPr/>
        </p:nvSpPr>
        <p:spPr>
          <a:xfrm>
            <a:off x="0" y="6184900"/>
            <a:ext cx="12191999" cy="6731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7" name="Espace réservé du numéro de diapositive 1">
            <a:extLst>
              <a:ext uri="{FF2B5EF4-FFF2-40B4-BE49-F238E27FC236}">
                <a16:creationId xmlns:a16="http://schemas.microsoft.com/office/drawing/2014/main" id="{D57A05F7-135F-47FE-B6D7-EA371F24B9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21799" y="6341835"/>
            <a:ext cx="2743200" cy="365125"/>
          </a:xfrm>
          <a:effectLst/>
        </p:spPr>
        <p:txBody>
          <a:bodyPr/>
          <a:lstStyle/>
          <a:p>
            <a:fld id="{B45CD97F-2943-414E-9A63-247F4BA00F02}" type="slidenum">
              <a:rPr lang="fr-CH" sz="2000" smtClean="0">
                <a:solidFill>
                  <a:schemeClr val="bg1"/>
                </a:solidFill>
                <a:latin typeface="Arial Black" panose="020B0A04020102020204" pitchFamily="34" charset="0"/>
              </a:rPr>
              <a:t>9</a:t>
            </a:fld>
            <a:endParaRPr lang="fr-CH" sz="2000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E3F1505A-A2A5-48B3-9F0D-C309E4D5BA38}"/>
              </a:ext>
            </a:extLst>
          </p:cNvPr>
          <p:cNvSpPr txBox="1"/>
          <p:nvPr/>
        </p:nvSpPr>
        <p:spPr>
          <a:xfrm>
            <a:off x="3235325" y="1355624"/>
            <a:ext cx="8372475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CH" sz="2400" b="1" dirty="0"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rPr>
              <a:t>Gestion de code source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CH" sz="2400" b="1" dirty="0"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rPr>
              <a:t>Hébergement et partage de projets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8E948A7A-0A98-4CE5-A161-6446A0958AF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8848" r="16699"/>
          <a:stretch/>
        </p:blipFill>
        <p:spPr>
          <a:xfrm>
            <a:off x="599848" y="1355624"/>
            <a:ext cx="1939633" cy="1692771"/>
          </a:xfrm>
          <a:prstGeom prst="rect">
            <a:avLst/>
          </a:prstGeom>
        </p:spPr>
      </p:pic>
      <p:pic>
        <p:nvPicPr>
          <p:cNvPr id="14" name="Image 13">
            <a:extLst>
              <a:ext uri="{FF2B5EF4-FFF2-40B4-BE49-F238E27FC236}">
                <a16:creationId xmlns:a16="http://schemas.microsoft.com/office/drawing/2014/main" id="{01AA0D43-0099-4894-94EF-335B3A8B0A4A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2083" r="20153" b="44881"/>
          <a:stretch/>
        </p:blipFill>
        <p:spPr>
          <a:xfrm>
            <a:off x="247523" y="171867"/>
            <a:ext cx="2433739" cy="397327"/>
          </a:xfrm>
          <a:prstGeom prst="rect">
            <a:avLst/>
          </a:prstGeom>
        </p:spPr>
      </p:pic>
      <p:sp>
        <p:nvSpPr>
          <p:cNvPr id="15" name="ZoneTexte 14">
            <a:extLst>
              <a:ext uri="{FF2B5EF4-FFF2-40B4-BE49-F238E27FC236}">
                <a16:creationId xmlns:a16="http://schemas.microsoft.com/office/drawing/2014/main" id="{520F5748-0810-492B-B0D0-FAB87E1DFBCB}"/>
              </a:ext>
            </a:extLst>
          </p:cNvPr>
          <p:cNvSpPr txBox="1"/>
          <p:nvPr/>
        </p:nvSpPr>
        <p:spPr>
          <a:xfrm>
            <a:off x="3235324" y="3560172"/>
            <a:ext cx="8372475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CH" sz="2400" b="1" dirty="0"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rPr>
              <a:t>Recherches sur le web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CH" sz="2400" b="1" dirty="0"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rPr>
              <a:t>Rédaction des commentaires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CH" sz="2400" b="1" dirty="0"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rPr>
              <a:t>Debug</a:t>
            </a:r>
          </a:p>
        </p:txBody>
      </p:sp>
      <p:grpSp>
        <p:nvGrpSpPr>
          <p:cNvPr id="16" name="Groupe 15">
            <a:extLst>
              <a:ext uri="{FF2B5EF4-FFF2-40B4-BE49-F238E27FC236}">
                <a16:creationId xmlns:a16="http://schemas.microsoft.com/office/drawing/2014/main" id="{74BAC30D-57E8-4051-A945-A167FB78F34A}"/>
              </a:ext>
            </a:extLst>
          </p:cNvPr>
          <p:cNvGrpSpPr/>
          <p:nvPr/>
        </p:nvGrpSpPr>
        <p:grpSpPr>
          <a:xfrm>
            <a:off x="531289" y="3560172"/>
            <a:ext cx="2076750" cy="1801074"/>
            <a:chOff x="531289" y="3605604"/>
            <a:chExt cx="2076750" cy="1801074"/>
          </a:xfrm>
        </p:grpSpPr>
        <p:pic>
          <p:nvPicPr>
            <p:cNvPr id="3074" name="Picture 2" descr="File:ChatGPT-Logo.svg - Wikimedia Commons">
              <a:extLst>
                <a:ext uri="{FF2B5EF4-FFF2-40B4-BE49-F238E27FC236}">
                  <a16:creationId xmlns:a16="http://schemas.microsoft.com/office/drawing/2014/main" id="{CF48905B-BE60-4C8F-AD9F-2278228EBDE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82350" y="3605604"/>
              <a:ext cx="1277854" cy="127785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6" name="ZoneTexte 5">
              <a:extLst>
                <a:ext uri="{FF2B5EF4-FFF2-40B4-BE49-F238E27FC236}">
                  <a16:creationId xmlns:a16="http://schemas.microsoft.com/office/drawing/2014/main" id="{2A5AF234-3878-49CD-943F-5234EBD772AA}"/>
                </a:ext>
              </a:extLst>
            </p:cNvPr>
            <p:cNvSpPr txBox="1"/>
            <p:nvPr/>
          </p:nvSpPr>
          <p:spPr>
            <a:xfrm>
              <a:off x="531289" y="4883458"/>
              <a:ext cx="207675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CH" sz="2800" b="1" dirty="0"/>
                <a:t>ChatGPT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73739939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1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3939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8" name="Picture 4" descr="Krita — Wikipédia">
            <a:extLst>
              <a:ext uri="{FF2B5EF4-FFF2-40B4-BE49-F238E27FC236}">
                <a16:creationId xmlns:a16="http://schemas.microsoft.com/office/drawing/2014/main" id="{73CDEA32-D2ED-40BF-A0A9-ED8ED7429E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0266" y="3378108"/>
            <a:ext cx="1547244" cy="15472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6" name="Picture 2" descr="File:Blender logo no text.svg - Wikimedia Commons">
            <a:extLst>
              <a:ext uri="{FF2B5EF4-FFF2-40B4-BE49-F238E27FC236}">
                <a16:creationId xmlns:a16="http://schemas.microsoft.com/office/drawing/2014/main" id="{635DED82-8F95-418A-90E3-8845F357C8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4201" y="1281526"/>
            <a:ext cx="1891794" cy="15472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4CB2F745-512D-4159-BFDF-87759859DF2E}"/>
              </a:ext>
            </a:extLst>
          </p:cNvPr>
          <p:cNvSpPr/>
          <p:nvPr/>
        </p:nvSpPr>
        <p:spPr>
          <a:xfrm>
            <a:off x="11607800" y="0"/>
            <a:ext cx="584199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E143375-6ABA-4C66-87D5-95B3865FA584}"/>
              </a:ext>
            </a:extLst>
          </p:cNvPr>
          <p:cNvSpPr/>
          <p:nvPr/>
        </p:nvSpPr>
        <p:spPr>
          <a:xfrm>
            <a:off x="0" y="6184900"/>
            <a:ext cx="12191999" cy="6731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7" name="Espace réservé du numéro de diapositive 1">
            <a:extLst>
              <a:ext uri="{FF2B5EF4-FFF2-40B4-BE49-F238E27FC236}">
                <a16:creationId xmlns:a16="http://schemas.microsoft.com/office/drawing/2014/main" id="{D57A05F7-135F-47FE-B6D7-EA371F24B9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21799" y="6341835"/>
            <a:ext cx="2743200" cy="365125"/>
          </a:xfrm>
          <a:effectLst/>
        </p:spPr>
        <p:txBody>
          <a:bodyPr/>
          <a:lstStyle/>
          <a:p>
            <a:fld id="{B45CD97F-2943-414E-9A63-247F4BA00F02}" type="slidenum">
              <a:rPr lang="fr-CH" sz="2000" smtClean="0">
                <a:solidFill>
                  <a:schemeClr val="bg1"/>
                </a:solidFill>
                <a:latin typeface="Arial Black" panose="020B0A04020102020204" pitchFamily="34" charset="0"/>
              </a:rPr>
              <a:t>10</a:t>
            </a:fld>
            <a:endParaRPr lang="fr-CH" sz="2000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E3F1505A-A2A5-48B3-9F0D-C309E4D5BA38}"/>
              </a:ext>
            </a:extLst>
          </p:cNvPr>
          <p:cNvSpPr txBox="1"/>
          <p:nvPr/>
        </p:nvSpPr>
        <p:spPr>
          <a:xfrm>
            <a:off x="3235325" y="1971176"/>
            <a:ext cx="460238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fr-CH" sz="2400" b="1" dirty="0"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rPr>
              <a:t>Modélisation d’objets 3D</a:t>
            </a:r>
          </a:p>
        </p:txBody>
      </p:sp>
      <p:pic>
        <p:nvPicPr>
          <p:cNvPr id="14" name="Image 13">
            <a:extLst>
              <a:ext uri="{FF2B5EF4-FFF2-40B4-BE49-F238E27FC236}">
                <a16:creationId xmlns:a16="http://schemas.microsoft.com/office/drawing/2014/main" id="{01AA0D43-0099-4894-94EF-335B3A8B0A4A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2083" r="20153" b="44881"/>
          <a:stretch/>
        </p:blipFill>
        <p:spPr>
          <a:xfrm>
            <a:off x="247523" y="171867"/>
            <a:ext cx="2433739" cy="397327"/>
          </a:xfrm>
          <a:prstGeom prst="rect">
            <a:avLst/>
          </a:prstGeom>
        </p:spPr>
      </p:pic>
      <p:sp>
        <p:nvSpPr>
          <p:cNvPr id="15" name="ZoneTexte 14">
            <a:extLst>
              <a:ext uri="{FF2B5EF4-FFF2-40B4-BE49-F238E27FC236}">
                <a16:creationId xmlns:a16="http://schemas.microsoft.com/office/drawing/2014/main" id="{520F5748-0810-492B-B0D0-FAB87E1DFBCB}"/>
              </a:ext>
            </a:extLst>
          </p:cNvPr>
          <p:cNvSpPr txBox="1"/>
          <p:nvPr/>
        </p:nvSpPr>
        <p:spPr>
          <a:xfrm>
            <a:off x="3235324" y="3305344"/>
            <a:ext cx="3629933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CH" sz="2400" b="1" dirty="0"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rPr>
              <a:t>Dessin digital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CH" sz="2400" b="1" dirty="0"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rPr>
              <a:t>Textures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CH" sz="2400" b="1" dirty="0"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rPr>
              <a:t>UX/UI</a:t>
            </a:r>
          </a:p>
        </p:txBody>
      </p:sp>
      <p:pic>
        <p:nvPicPr>
          <p:cNvPr id="6152" name="Picture 8" descr="What is Blender? - Blender Essentials">
            <a:extLst>
              <a:ext uri="{FF2B5EF4-FFF2-40B4-BE49-F238E27FC236}">
                <a16:creationId xmlns:a16="http://schemas.microsoft.com/office/drawing/2014/main" id="{FE34C490-1C52-49C1-9E27-9A738AD59B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64486" y="1298833"/>
            <a:ext cx="2779045" cy="16621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4" name="Picture 10" descr="Krita - Avis, prix, tarif et abonnement - Capterra Belgique 2025">
            <a:extLst>
              <a:ext uri="{FF2B5EF4-FFF2-40B4-BE49-F238E27FC236}">
                <a16:creationId xmlns:a16="http://schemas.microsoft.com/office/drawing/2014/main" id="{576DB095-1686-4B8D-9E63-B64DD4CC3F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64485" y="3449178"/>
            <a:ext cx="2779045" cy="17715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9141873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6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1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1000">
              <a:schemeClr val="tx1"/>
            </a:gs>
            <a:gs pos="100000">
              <a:srgbClr val="88898F"/>
            </a:gs>
          </a:gsLst>
          <a:path path="rect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0" name="Modèle 3D 9">
                <a:extLst>
                  <a:ext uri="{FF2B5EF4-FFF2-40B4-BE49-F238E27FC236}">
                    <a16:creationId xmlns:a16="http://schemas.microsoft.com/office/drawing/2014/main" id="{80111822-3B76-4150-AAC3-1A342E2E6BDD}"/>
                  </a:ext>
                </a:extLst>
              </p:cNvPr>
              <p:cNvGraphicFramePr>
                <a:graphicFrameLocks noChangeAspect="1"/>
              </p:cNvGraphicFramePr>
              <p:nvPr>
                <p:extLst/>
              </p:nvPr>
            </p:nvGraphicFramePr>
            <p:xfrm>
              <a:off x="459654" y="5290188"/>
              <a:ext cx="2047089" cy="159472"/>
            </p:xfrm>
            <a:graphic>
              <a:graphicData uri="http://schemas.microsoft.com/office/drawing/2017/model3d">
                <am3d:model3d r:embed="rId3">
                  <am3d:spPr>
                    <a:xfrm>
                      <a:off x="0" y="0"/>
                      <a:ext cx="2047089" cy="159472"/>
                    </a:xfrm>
                    <a:prstGeom prst="rect">
                      <a:avLst/>
                    </a:prstGeom>
                  </am3d:spPr>
                  <am3d:camera>
                    <am3d:pos x="0" y="0" z="47252373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21839" d="1000000"/>
                    <am3d:preTrans dx="-18158385" dy="-1630316" dz="0"/>
                    <am3d:scale>
                      <am3d:sx n="1000000" d="1000000"/>
                      <am3d:sy n="1000000" d="1000000"/>
                      <am3d:sz n="1000000" d="1000000"/>
                    </am3d:scale>
                    <am3d:rot/>
                    <am3d:postTrans dx="0" dy="0" dz="0"/>
                  </am3d:trans>
                  <am3d:raster rName="Office3DRenderer" rVer="16.0.8326">
                    <am3d:blip r:embed="rId4"/>
                  </am3d:raster>
                  <am3d:objViewport viewportSz="2178396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0" name="Modèle 3D 9">
                <a:extLst>
                  <a:ext uri="{FF2B5EF4-FFF2-40B4-BE49-F238E27FC236}">
                    <a16:creationId xmlns:a16="http://schemas.microsoft.com/office/drawing/2014/main" id="{80111822-3B76-4150-AAC3-1A342E2E6BDD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59654" y="5290188"/>
                <a:ext cx="2047089" cy="15947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2" name="Modèle 3D 11">
                <a:extLst>
                  <a:ext uri="{FF2B5EF4-FFF2-40B4-BE49-F238E27FC236}">
                    <a16:creationId xmlns:a16="http://schemas.microsoft.com/office/drawing/2014/main" id="{4F63D49F-E1C9-4321-89E8-3D956423EB02}"/>
                  </a:ext>
                </a:extLst>
              </p:cNvPr>
              <p:cNvGraphicFramePr>
                <a:graphicFrameLocks noChangeAspect="1"/>
              </p:cNvGraphicFramePr>
              <p:nvPr>
                <p:extLst/>
              </p:nvPr>
            </p:nvGraphicFramePr>
            <p:xfrm>
              <a:off x="4455942" y="5288060"/>
              <a:ext cx="2822576" cy="136598"/>
            </p:xfrm>
            <a:graphic>
              <a:graphicData uri="http://schemas.microsoft.com/office/drawing/2017/model3d">
                <am3d:model3d r:embed="rId5">
                  <am3d:spPr>
                    <a:xfrm>
                      <a:off x="0" y="0"/>
                      <a:ext cx="2822576" cy="136598"/>
                    </a:xfrm>
                    <a:prstGeom prst="rect">
                      <a:avLst/>
                    </a:prstGeom>
                  </am3d:spPr>
                  <am3d:camera>
                    <am3d:pos x="0" y="0" z="47112842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75689" d="1000000"/>
                    <am3d:preTrans dx="-18098394" dy="-1012791" dz="0"/>
                    <am3d:scale>
                      <am3d:sx n="1000000" d="1000000"/>
                      <am3d:sy n="1000000" d="1000000"/>
                      <am3d:sz n="1000000" d="1000000"/>
                    </am3d:scale>
                    <am3d:rot/>
                    <am3d:postTrans dx="0" dy="0" dz="0"/>
                  </am3d:trans>
                  <am3d:raster rName="Office3DRenderer" rVer="16.0.8326">
                    <am3d:blip r:embed="rId6"/>
                  </am3d:raster>
                  <am3d:objViewport viewportSz="3024711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2" name="Modèle 3D 11">
                <a:extLst>
                  <a:ext uri="{FF2B5EF4-FFF2-40B4-BE49-F238E27FC236}">
                    <a16:creationId xmlns:a16="http://schemas.microsoft.com/office/drawing/2014/main" id="{4F63D49F-E1C9-4321-89E8-3D956423EB02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455942" y="5288060"/>
                <a:ext cx="2822576" cy="13659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3" name="Modèle 3D 12">
                <a:extLst>
                  <a:ext uri="{FF2B5EF4-FFF2-40B4-BE49-F238E27FC236}">
                    <a16:creationId xmlns:a16="http://schemas.microsoft.com/office/drawing/2014/main" id="{93C6BA85-9EA6-4640-8DA3-B9E537B36F94}"/>
                  </a:ext>
                </a:extLst>
              </p:cNvPr>
              <p:cNvGraphicFramePr>
                <a:graphicFrameLocks noChangeAspect="1"/>
              </p:cNvGraphicFramePr>
              <p:nvPr>
                <p:extLst/>
              </p:nvPr>
            </p:nvGraphicFramePr>
            <p:xfrm>
              <a:off x="7644160" y="5288060"/>
              <a:ext cx="1590051" cy="136597"/>
            </p:xfrm>
            <a:graphic>
              <a:graphicData uri="http://schemas.microsoft.com/office/drawing/2017/model3d">
                <am3d:model3d r:embed="rId7">
                  <am3d:spPr>
                    <a:xfrm>
                      <a:off x="0" y="0"/>
                      <a:ext cx="1590051" cy="136597"/>
                    </a:xfrm>
                    <a:prstGeom prst="rect">
                      <a:avLst/>
                    </a:prstGeom>
                  </am3d:spPr>
                  <am3d:camera>
                    <am3d:pos x="0" y="0" z="47282993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40053" d="1000000"/>
                    <am3d:preTrans dx="-18182064" dy="-1878894" dz="0"/>
                    <am3d:scale>
                      <am3d:sx n="1000000" d="1000000"/>
                      <am3d:sy n="1000000" d="1000000"/>
                      <am3d:sz n="1000000" d="1000000"/>
                    </am3d:scale>
                    <am3d:rot/>
                    <am3d:postTrans dx="0" dy="0" dz="0"/>
                  </am3d:trans>
                  <am3d:raster rName="Office3DRenderer" rVer="16.0.8326">
                    <am3d:blip r:embed="rId8"/>
                  </am3d:raster>
                  <am3d:objViewport viewportSz="169319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3" name="Modèle 3D 12">
                <a:extLst>
                  <a:ext uri="{FF2B5EF4-FFF2-40B4-BE49-F238E27FC236}">
                    <a16:creationId xmlns:a16="http://schemas.microsoft.com/office/drawing/2014/main" id="{93C6BA85-9EA6-4640-8DA3-B9E537B36F94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7644160" y="5288060"/>
                <a:ext cx="1590051" cy="13659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4" name="Modèle 3D 13">
                <a:extLst>
                  <a:ext uri="{FF2B5EF4-FFF2-40B4-BE49-F238E27FC236}">
                    <a16:creationId xmlns:a16="http://schemas.microsoft.com/office/drawing/2014/main" id="{FCB4112F-844E-46E2-A73F-F9A70732391F}"/>
                  </a:ext>
                </a:extLst>
              </p:cNvPr>
              <p:cNvGraphicFramePr>
                <a:graphicFrameLocks noChangeAspect="1"/>
              </p:cNvGraphicFramePr>
              <p:nvPr>
                <p:extLst/>
              </p:nvPr>
            </p:nvGraphicFramePr>
            <p:xfrm>
              <a:off x="9599853" y="5295684"/>
              <a:ext cx="2132492" cy="136598"/>
            </p:xfrm>
            <a:graphic>
              <a:graphicData uri="http://schemas.microsoft.com/office/drawing/2017/model3d">
                <am3d:model3d r:embed="rId9">
                  <am3d:spPr>
                    <a:xfrm>
                      <a:off x="0" y="0"/>
                      <a:ext cx="2132492" cy="136598"/>
                    </a:xfrm>
                    <a:prstGeom prst="rect">
                      <a:avLst/>
                    </a:prstGeom>
                  </am3d:spPr>
                  <am3d:camera>
                    <am3d:pos x="0" y="0" z="47169696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99320" d="1000000"/>
                    <am3d:preTrans dx="-18129112" dy="-1338919" dz="0"/>
                    <am3d:scale>
                      <am3d:sx n="1000000" d="1000000"/>
                      <am3d:sy n="1000000" d="1000000"/>
                      <am3d:sz n="1000000" d="1000000"/>
                    </am3d:scale>
                    <am3d:rot/>
                    <am3d:postTrans dx="0" dy="0" dz="0"/>
                  </am3d:trans>
                  <am3d:raster rName="Office3DRenderer" rVer="16.0.8326">
                    <am3d:blip r:embed="rId10"/>
                  </am3d:raster>
                  <am3d:objViewport viewportSz="2279648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4" name="Modèle 3D 13">
                <a:extLst>
                  <a:ext uri="{FF2B5EF4-FFF2-40B4-BE49-F238E27FC236}">
                    <a16:creationId xmlns:a16="http://schemas.microsoft.com/office/drawing/2014/main" id="{FCB4112F-844E-46E2-A73F-F9A70732391F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9599853" y="5295684"/>
                <a:ext cx="2132492" cy="13659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6" name="Modèle 3D 15">
                <a:extLst>
                  <a:ext uri="{FF2B5EF4-FFF2-40B4-BE49-F238E27FC236}">
                    <a16:creationId xmlns:a16="http://schemas.microsoft.com/office/drawing/2014/main" id="{E6342F47-60C4-4377-B9C5-E1C2E9C0906A}"/>
                  </a:ext>
                </a:extLst>
              </p:cNvPr>
              <p:cNvGraphicFramePr>
                <a:graphicFrameLocks noChangeAspect="1"/>
              </p:cNvGraphicFramePr>
              <p:nvPr>
                <p:extLst/>
              </p:nvPr>
            </p:nvGraphicFramePr>
            <p:xfrm>
              <a:off x="3849384" y="3162963"/>
              <a:ext cx="4493232" cy="532074"/>
            </p:xfrm>
            <a:graphic>
              <a:graphicData uri="http://schemas.microsoft.com/office/drawing/2017/model3d">
                <am3d:model3d r:embed="rId11">
                  <am3d:spPr>
                    <a:xfrm>
                      <a:off x="0" y="0"/>
                      <a:ext cx="4493232" cy="532074"/>
                    </a:xfrm>
                    <a:prstGeom prst="rect">
                      <a:avLst/>
                    </a:prstGeom>
                  </am3d:spPr>
                  <am3d:camera>
                    <am3d:pos x="0" y="0" z="47490712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83610" d="1000000"/>
                    <am3d:preTrans dx="-18238686" dy="-2475202" dz="0"/>
                    <am3d:scale>
                      <am3d:sx n="1000000" d="1000000"/>
                      <am3d:sy n="1000000" d="1000000"/>
                      <am3d:sz n="1000000" d="1000000"/>
                    </am3d:scale>
                    <am3d:rot/>
                    <am3d:postTrans dx="0" dy="0" dz="0"/>
                  </am3d:trans>
                  <am3d:raster rName="Office3DRenderer" rVer="16.0.8326">
                    <am3d:blip r:embed="rId12"/>
                  </am3d:raster>
                  <am3d:objViewport viewportSz="4773737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6" name="Modèle 3D 15">
                <a:extLst>
                  <a:ext uri="{FF2B5EF4-FFF2-40B4-BE49-F238E27FC236}">
                    <a16:creationId xmlns:a16="http://schemas.microsoft.com/office/drawing/2014/main" id="{E6342F47-60C4-4377-B9C5-E1C2E9C0906A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3849384" y="3162963"/>
                <a:ext cx="4493232" cy="532074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84069293"/>
      </p:ext>
    </p:extLst>
  </p:cSld>
  <p:clrMapOvr>
    <a:masterClrMapping/>
  </p:clrMapOvr>
  <p:transition spd="slow">
    <p:push dir="u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1000">
              <a:schemeClr val="tx1"/>
            </a:gs>
            <a:gs pos="100000">
              <a:srgbClr val="88898F"/>
            </a:gs>
          </a:gsLst>
          <a:path path="rect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m3d="http://schemas.microsoft.com/office/drawing/2017/model3d">
        <mc:Choice Requires="am3d">
          <p:graphicFrame>
            <p:nvGraphicFramePr>
              <p:cNvPr id="4" name="Modèle 3D 3">
                <a:extLst>
                  <a:ext uri="{FF2B5EF4-FFF2-40B4-BE49-F238E27FC236}">
                    <a16:creationId xmlns:a16="http://schemas.microsoft.com/office/drawing/2014/main" id="{FDBD4B67-1D13-4298-8422-4CFF22F03D03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736744429"/>
                  </p:ext>
                </p:extLst>
              </p:nvPr>
            </p:nvGraphicFramePr>
            <p:xfrm>
              <a:off x="2323632" y="3338629"/>
              <a:ext cx="7544736" cy="365125"/>
            </p:xfrm>
            <a:graphic>
              <a:graphicData uri="http://schemas.microsoft.com/office/drawing/2017/model3d">
                <am3d:model3d r:embed="rId3">
                  <am3d:spPr>
                    <a:xfrm>
                      <a:off x="0" y="0"/>
                      <a:ext cx="7544736" cy="365125"/>
                    </a:xfrm>
                    <a:prstGeom prst="rect">
                      <a:avLst/>
                    </a:prstGeom>
                  </am3d:spPr>
                  <am3d:camera>
                    <am3d:pos x="0" y="0" z="47112842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75689" d="1000000"/>
                    <am3d:preTrans dx="-18098394" dy="-1012791" dz="0"/>
                    <am3d:scale>
                      <am3d:sx n="1000000" d="1000000"/>
                      <am3d:sy n="1000000" d="1000000"/>
                      <am3d:sz n="1000000" d="1000000"/>
                    </am3d:scale>
                    <am3d:rot/>
                    <am3d:postTrans dx="0" dy="0" dz="0"/>
                  </am3d:trans>
                  <am3d:raster rName="Office3DRenderer" rVer="16.0.8326">
                    <am3d:blip r:embed="rId4"/>
                  </am3d:raster>
                  <am3d:objViewport viewportSz="8085019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 xmlns="">
          <p:pic>
            <p:nvPicPr>
              <p:cNvPr id="4" name="Modèle 3D 3">
                <a:extLst>
                  <a:ext uri="{FF2B5EF4-FFF2-40B4-BE49-F238E27FC236}">
                    <a16:creationId xmlns:a16="http://schemas.microsoft.com/office/drawing/2014/main" id="{FDBD4B67-1D13-4298-8422-4CFF22F03D03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323632" y="3338629"/>
                <a:ext cx="7544736" cy="36512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9" name="Modèle 3D 8">
                <a:extLst>
                  <a:ext uri="{FF2B5EF4-FFF2-40B4-BE49-F238E27FC236}">
                    <a16:creationId xmlns:a16="http://schemas.microsoft.com/office/drawing/2014/main" id="{721A4291-E69D-4A72-8AB5-BC71B65FCECF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736700410"/>
                  </p:ext>
                </p:extLst>
              </p:nvPr>
            </p:nvGraphicFramePr>
            <p:xfrm>
              <a:off x="459654" y="5290188"/>
              <a:ext cx="2047089" cy="159472"/>
            </p:xfrm>
            <a:graphic>
              <a:graphicData uri="http://schemas.microsoft.com/office/drawing/2017/model3d">
                <am3d:model3d r:embed="rId6">
                  <am3d:spPr>
                    <a:xfrm>
                      <a:off x="0" y="0"/>
                      <a:ext cx="2047089" cy="159472"/>
                    </a:xfrm>
                    <a:prstGeom prst="rect">
                      <a:avLst/>
                    </a:prstGeom>
                  </am3d:spPr>
                  <am3d:camera>
                    <am3d:pos x="0" y="0" z="47252373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21839" d="1000000"/>
                    <am3d:preTrans dx="-18158385" dy="-1630316" dz="0"/>
                    <am3d:scale>
                      <am3d:sx n="1000000" d="1000000"/>
                      <am3d:sy n="1000000" d="1000000"/>
                      <am3d:sz n="1000000" d="1000000"/>
                    </am3d:scale>
                    <am3d:rot/>
                    <am3d:postTrans dx="0" dy="0" dz="0"/>
                  </am3d:trans>
                  <am3d:raster rName="Office3DRenderer" rVer="16.0.8326">
                    <am3d:blip r:embed="rId7"/>
                  </am3d:raster>
                  <am3d:objViewport viewportSz="2178396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9" name="Modèle 3D 8">
                <a:extLst>
                  <a:ext uri="{FF2B5EF4-FFF2-40B4-BE49-F238E27FC236}">
                    <a16:creationId xmlns:a16="http://schemas.microsoft.com/office/drawing/2014/main" id="{721A4291-E69D-4A72-8AB5-BC71B65FCECF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59654" y="5290188"/>
                <a:ext cx="2047089" cy="15947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1" name="Modèle 3D 10">
                <a:extLst>
                  <a:ext uri="{FF2B5EF4-FFF2-40B4-BE49-F238E27FC236}">
                    <a16:creationId xmlns:a16="http://schemas.microsoft.com/office/drawing/2014/main" id="{DAEFC844-F73D-4C26-A679-6DB258F85B24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802803693"/>
                  </p:ext>
                </p:extLst>
              </p:nvPr>
            </p:nvGraphicFramePr>
            <p:xfrm>
              <a:off x="7644160" y="5288060"/>
              <a:ext cx="1590051" cy="136597"/>
            </p:xfrm>
            <a:graphic>
              <a:graphicData uri="http://schemas.microsoft.com/office/drawing/2017/model3d">
                <am3d:model3d r:embed="rId8">
                  <am3d:spPr>
                    <a:xfrm>
                      <a:off x="0" y="0"/>
                      <a:ext cx="1590051" cy="136597"/>
                    </a:xfrm>
                    <a:prstGeom prst="rect">
                      <a:avLst/>
                    </a:prstGeom>
                  </am3d:spPr>
                  <am3d:camera>
                    <am3d:pos x="0" y="0" z="47282993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40053" d="1000000"/>
                    <am3d:preTrans dx="-18182064" dy="-1878894" dz="0"/>
                    <am3d:scale>
                      <am3d:sx n="1000000" d="1000000"/>
                      <am3d:sy n="1000000" d="1000000"/>
                      <am3d:sz n="1000000" d="1000000"/>
                    </am3d:scale>
                    <am3d:rot/>
                    <am3d:postTrans dx="0" dy="0" dz="0"/>
                  </am3d:trans>
                  <am3d:raster rName="Office3DRenderer" rVer="16.0.8326">
                    <am3d:blip r:embed="rId9"/>
                  </am3d:raster>
                  <am3d:objViewport viewportSz="169319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1" name="Modèle 3D 10">
                <a:extLst>
                  <a:ext uri="{FF2B5EF4-FFF2-40B4-BE49-F238E27FC236}">
                    <a16:creationId xmlns:a16="http://schemas.microsoft.com/office/drawing/2014/main" id="{DAEFC844-F73D-4C26-A679-6DB258F85B24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7644160" y="5288060"/>
                <a:ext cx="1590051" cy="13659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2" name="Modèle 3D 11">
                <a:extLst>
                  <a:ext uri="{FF2B5EF4-FFF2-40B4-BE49-F238E27FC236}">
                    <a16:creationId xmlns:a16="http://schemas.microsoft.com/office/drawing/2014/main" id="{B54A9AAA-BF20-4E5B-8112-060A59A40950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49599809"/>
                  </p:ext>
                </p:extLst>
              </p:nvPr>
            </p:nvGraphicFramePr>
            <p:xfrm>
              <a:off x="9599853" y="5295684"/>
              <a:ext cx="2132492" cy="136598"/>
            </p:xfrm>
            <a:graphic>
              <a:graphicData uri="http://schemas.microsoft.com/office/drawing/2017/model3d">
                <am3d:model3d r:embed="rId10">
                  <am3d:spPr>
                    <a:xfrm>
                      <a:off x="0" y="0"/>
                      <a:ext cx="2132492" cy="136598"/>
                    </a:xfrm>
                    <a:prstGeom prst="rect">
                      <a:avLst/>
                    </a:prstGeom>
                  </am3d:spPr>
                  <am3d:camera>
                    <am3d:pos x="0" y="0" z="47169696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99320" d="1000000"/>
                    <am3d:preTrans dx="-18129112" dy="-1338919" dz="0"/>
                    <am3d:scale>
                      <am3d:sx n="1000000" d="1000000"/>
                      <am3d:sy n="1000000" d="1000000"/>
                      <am3d:sz n="1000000" d="1000000"/>
                    </am3d:scale>
                    <am3d:rot/>
                    <am3d:postTrans dx="0" dy="0" dz="0"/>
                  </am3d:trans>
                  <am3d:raster rName="Office3DRenderer" rVer="16.0.8326">
                    <am3d:blip r:embed="rId11"/>
                  </am3d:raster>
                  <am3d:objViewport viewportSz="2279648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2" name="Modèle 3D 11">
                <a:extLst>
                  <a:ext uri="{FF2B5EF4-FFF2-40B4-BE49-F238E27FC236}">
                    <a16:creationId xmlns:a16="http://schemas.microsoft.com/office/drawing/2014/main" id="{B54A9AAA-BF20-4E5B-8112-060A59A40950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9599853" y="5295684"/>
                <a:ext cx="2132492" cy="13659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7" name="Modèle 3D 16">
                <a:extLst>
                  <a:ext uri="{FF2B5EF4-FFF2-40B4-BE49-F238E27FC236}">
                    <a16:creationId xmlns:a16="http://schemas.microsoft.com/office/drawing/2014/main" id="{8E81DCB3-3594-4C1D-8542-621F0445E675}"/>
                  </a:ext>
                </a:extLst>
              </p:cNvPr>
              <p:cNvGraphicFramePr>
                <a:graphicFrameLocks noChangeAspect="1"/>
              </p:cNvGraphicFramePr>
              <p:nvPr>
                <p:extLst/>
              </p:nvPr>
            </p:nvGraphicFramePr>
            <p:xfrm>
              <a:off x="2872385" y="5288060"/>
              <a:ext cx="1217915" cy="144222"/>
            </p:xfrm>
            <a:graphic>
              <a:graphicData uri="http://schemas.microsoft.com/office/drawing/2017/model3d">
                <am3d:model3d r:embed="rId12">
                  <am3d:spPr>
                    <a:xfrm>
                      <a:off x="0" y="0"/>
                      <a:ext cx="1217915" cy="144222"/>
                    </a:xfrm>
                    <a:prstGeom prst="rect">
                      <a:avLst/>
                    </a:prstGeom>
                  </am3d:spPr>
                  <am3d:camera>
                    <am3d:pos x="0" y="0" z="47490712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83610" d="1000000"/>
                    <am3d:preTrans dx="-18238686" dy="-2475202" dz="0"/>
                    <am3d:scale>
                      <am3d:sx n="1000000" d="1000000"/>
                      <am3d:sy n="1000000" d="1000000"/>
                      <am3d:sz n="1000000" d="1000000"/>
                    </am3d:scale>
                    <am3d:rot/>
                    <am3d:postTrans dx="0" dy="0" dz="0"/>
                  </am3d:trans>
                  <am3d:raster rName="Office3DRenderer" rVer="16.0.8326">
                    <am3d:blip r:embed="rId13"/>
                  </am3d:raster>
                  <am3d:objViewport viewportSz="1293947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7" name="Modèle 3D 16">
                <a:extLst>
                  <a:ext uri="{FF2B5EF4-FFF2-40B4-BE49-F238E27FC236}">
                    <a16:creationId xmlns:a16="http://schemas.microsoft.com/office/drawing/2014/main" id="{8E81DCB3-3594-4C1D-8542-621F0445E675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2872385" y="5288060"/>
                <a:ext cx="1217915" cy="144222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26368845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3939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2DC02F03-D938-48BD-B61F-F45E16C5B5C8}"/>
              </a:ext>
            </a:extLst>
          </p:cNvPr>
          <p:cNvSpPr/>
          <p:nvPr/>
        </p:nvSpPr>
        <p:spPr>
          <a:xfrm>
            <a:off x="11607800" y="0"/>
            <a:ext cx="584199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D2FAE3B-1037-4DAB-91FB-CB5E3C46DFC7}"/>
              </a:ext>
            </a:extLst>
          </p:cNvPr>
          <p:cNvSpPr/>
          <p:nvPr/>
        </p:nvSpPr>
        <p:spPr>
          <a:xfrm>
            <a:off x="0" y="6184900"/>
            <a:ext cx="12191999" cy="6731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8" name="Espace réservé du numéro de diapositive 1">
            <a:extLst>
              <a:ext uri="{FF2B5EF4-FFF2-40B4-BE49-F238E27FC236}">
                <a16:creationId xmlns:a16="http://schemas.microsoft.com/office/drawing/2014/main" id="{03311814-416B-478C-92A2-E96EAA53B2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21799" y="6341835"/>
            <a:ext cx="2743200" cy="365125"/>
          </a:xfrm>
          <a:effectLst>
            <a:outerShdw blurRad="50800" dist="38100" dir="3420000" algn="tl" rotWithShape="0">
              <a:prstClr val="black">
                <a:alpha val="68000"/>
              </a:prstClr>
            </a:outerShdw>
          </a:effectLst>
        </p:spPr>
        <p:txBody>
          <a:bodyPr/>
          <a:lstStyle/>
          <a:p>
            <a:fld id="{B45CD97F-2943-414E-9A63-247F4BA00F02}" type="slidenum">
              <a:rPr lang="fr-CH" sz="2000" smtClean="0">
                <a:solidFill>
                  <a:schemeClr val="bg1"/>
                </a:solidFill>
                <a:latin typeface="Arial Black" panose="020B0A04020102020204" pitchFamily="34" charset="0"/>
              </a:rPr>
              <a:t>13</a:t>
            </a:fld>
            <a:endParaRPr lang="fr-CH" sz="2000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A2ABEB39-D061-44C9-B92C-E58E28E60B5D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2943" b="43941"/>
          <a:stretch/>
        </p:blipFill>
        <p:spPr>
          <a:xfrm>
            <a:off x="304636" y="68381"/>
            <a:ext cx="4241965" cy="556370"/>
          </a:xfrm>
          <a:prstGeom prst="rect">
            <a:avLst/>
          </a:prstGeom>
        </p:spPr>
      </p:pic>
      <p:sp>
        <p:nvSpPr>
          <p:cNvPr id="31" name="ZoneTexte 30">
            <a:extLst>
              <a:ext uri="{FF2B5EF4-FFF2-40B4-BE49-F238E27FC236}">
                <a16:creationId xmlns:a16="http://schemas.microsoft.com/office/drawing/2014/main" id="{971D4AFF-2B84-468B-B22F-A75B952DAE4D}"/>
              </a:ext>
            </a:extLst>
          </p:cNvPr>
          <p:cNvSpPr txBox="1"/>
          <p:nvPr/>
        </p:nvSpPr>
        <p:spPr>
          <a:xfrm>
            <a:off x="396875" y="812799"/>
            <a:ext cx="6410325" cy="4003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fr-CH" sz="2000" b="1" dirty="0"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rPr>
              <a:t>Gameplay désiré :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fr-FR" sz="2000" b="1" dirty="0">
                <a:latin typeface="Roboto" panose="02000000000000000000" pitchFamily="2" charset="0"/>
                <a:ea typeface="Roboto" panose="02000000000000000000" pitchFamily="2" charset="0"/>
              </a:rPr>
              <a:t>Se déplacer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fr-FR" sz="2000" b="1" dirty="0">
                <a:latin typeface="Roboto" panose="02000000000000000000" pitchFamily="2" charset="0"/>
                <a:ea typeface="Roboto" panose="02000000000000000000" pitchFamily="2" charset="0"/>
              </a:rPr>
              <a:t>Modifier le point de vue </a:t>
            </a:r>
          </a:p>
          <a:p>
            <a:r>
              <a:rPr lang="fr-FR" sz="2000" b="1" dirty="0">
                <a:latin typeface="Roboto" panose="02000000000000000000" pitchFamily="2" charset="0"/>
                <a:ea typeface="Roboto" panose="02000000000000000000" pitchFamily="2" charset="0"/>
              </a:rPr>
              <a:t>	</a:t>
            </a:r>
            <a:r>
              <a:rPr lang="fr-FR" dirty="0">
                <a:latin typeface="Roboto" panose="02000000000000000000" pitchFamily="2" charset="0"/>
                <a:ea typeface="Roboto" panose="02000000000000000000" pitchFamily="2" charset="0"/>
              </a:rPr>
              <a:t>Basculer entre une vue en 3D et une vue en plan 2D 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fr-FR" sz="2000" b="1" dirty="0">
                <a:latin typeface="Roboto" panose="02000000000000000000" pitchFamily="2" charset="0"/>
                <a:ea typeface="Roboto" panose="02000000000000000000" pitchFamily="2" charset="0"/>
              </a:rPr>
              <a:t>Découvrir des solutions cachées.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fr-FR" sz="2000" b="1" dirty="0">
                <a:latin typeface="Roboto" panose="02000000000000000000" pitchFamily="2" charset="0"/>
                <a:ea typeface="Roboto" panose="02000000000000000000" pitchFamily="2" charset="0"/>
              </a:rPr>
              <a:t>Résoudre le puzzle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fr-FR" sz="2000" b="1" dirty="0"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rPr>
              <a:t>Terminer le niveau</a:t>
            </a:r>
            <a:endParaRPr lang="fr-CH" sz="2800" b="1" dirty="0">
              <a:latin typeface="Roboto" panose="02000000000000000000" pitchFamily="2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3462050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14:flythrough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31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3939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2DC02F03-D938-48BD-B61F-F45E16C5B5C8}"/>
              </a:ext>
            </a:extLst>
          </p:cNvPr>
          <p:cNvSpPr/>
          <p:nvPr/>
        </p:nvSpPr>
        <p:spPr>
          <a:xfrm>
            <a:off x="11607800" y="0"/>
            <a:ext cx="584199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D2FAE3B-1037-4DAB-91FB-CB5E3C46DFC7}"/>
              </a:ext>
            </a:extLst>
          </p:cNvPr>
          <p:cNvSpPr/>
          <p:nvPr/>
        </p:nvSpPr>
        <p:spPr>
          <a:xfrm>
            <a:off x="0" y="6184900"/>
            <a:ext cx="12191999" cy="6731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8" name="Espace réservé du numéro de diapositive 1">
            <a:extLst>
              <a:ext uri="{FF2B5EF4-FFF2-40B4-BE49-F238E27FC236}">
                <a16:creationId xmlns:a16="http://schemas.microsoft.com/office/drawing/2014/main" id="{03311814-416B-478C-92A2-E96EAA53B2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21799" y="6341835"/>
            <a:ext cx="2743200" cy="365125"/>
          </a:xfrm>
          <a:effectLst>
            <a:outerShdw blurRad="50800" dist="38100" dir="3420000" algn="tl" rotWithShape="0">
              <a:prstClr val="black">
                <a:alpha val="68000"/>
              </a:prstClr>
            </a:outerShdw>
          </a:effectLst>
        </p:spPr>
        <p:txBody>
          <a:bodyPr/>
          <a:lstStyle/>
          <a:p>
            <a:fld id="{B45CD97F-2943-414E-9A63-247F4BA00F02}" type="slidenum">
              <a:rPr lang="fr-CH" sz="2000" smtClean="0">
                <a:solidFill>
                  <a:schemeClr val="bg1"/>
                </a:solidFill>
                <a:latin typeface="Arial Black" panose="020B0A04020102020204" pitchFamily="34" charset="0"/>
              </a:rPr>
              <a:t>14</a:t>
            </a:fld>
            <a:endParaRPr lang="fr-CH" sz="2000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600CA7C5-83AB-49FD-A7A7-4A34100CD3A8}"/>
              </a:ext>
            </a:extLst>
          </p:cNvPr>
          <p:cNvSpPr txBox="1"/>
          <p:nvPr/>
        </p:nvSpPr>
        <p:spPr>
          <a:xfrm>
            <a:off x="396875" y="812799"/>
            <a:ext cx="6410325" cy="6181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fr-CH" sz="2000" b="1" dirty="0"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rPr>
              <a:t>Commandes :</a:t>
            </a:r>
          </a:p>
        </p:txBody>
      </p:sp>
      <p:grpSp>
        <p:nvGrpSpPr>
          <p:cNvPr id="6" name="Groupe 5">
            <a:extLst>
              <a:ext uri="{FF2B5EF4-FFF2-40B4-BE49-F238E27FC236}">
                <a16:creationId xmlns:a16="http://schemas.microsoft.com/office/drawing/2014/main" id="{0C4A1E3B-E0E7-4D10-83FD-45DAE8168424}"/>
              </a:ext>
            </a:extLst>
          </p:cNvPr>
          <p:cNvGrpSpPr/>
          <p:nvPr/>
        </p:nvGrpSpPr>
        <p:grpSpPr>
          <a:xfrm>
            <a:off x="4546601" y="2927730"/>
            <a:ext cx="2514599" cy="1675639"/>
            <a:chOff x="7281243" y="4666196"/>
            <a:chExt cx="2514599" cy="1675639"/>
          </a:xfrm>
        </p:grpSpPr>
        <p:sp>
          <p:nvSpPr>
            <p:cNvPr id="7" name="Rectangle : coins arrondis 6">
              <a:extLst>
                <a:ext uri="{FF2B5EF4-FFF2-40B4-BE49-F238E27FC236}">
                  <a16:creationId xmlns:a16="http://schemas.microsoft.com/office/drawing/2014/main" id="{FC001425-416E-4899-98A9-91915435B0C6}"/>
                </a:ext>
              </a:extLst>
            </p:cNvPr>
            <p:cNvSpPr/>
            <p:nvPr/>
          </p:nvSpPr>
          <p:spPr>
            <a:xfrm>
              <a:off x="8119633" y="4666197"/>
              <a:ext cx="837819" cy="837819"/>
            </a:xfrm>
            <a:prstGeom prst="roundRect">
              <a:avLst/>
            </a:prstGeom>
            <a:solidFill>
              <a:srgbClr val="605D5B"/>
            </a:solidFill>
            <a:ln>
              <a:noFill/>
            </a:ln>
            <a:scene3d>
              <a:camera prst="orthographicFront"/>
              <a:lightRig rig="threePt" dir="t"/>
            </a:scene3d>
            <a:sp3d prstMaterial="dkEdge">
              <a:bevelT prst="angl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CH" sz="3600" dirty="0"/>
                <a:t>W</a:t>
              </a:r>
            </a:p>
          </p:txBody>
        </p:sp>
        <p:sp>
          <p:nvSpPr>
            <p:cNvPr id="9" name="Rectangle : coins arrondis 8">
              <a:extLst>
                <a:ext uri="{FF2B5EF4-FFF2-40B4-BE49-F238E27FC236}">
                  <a16:creationId xmlns:a16="http://schemas.microsoft.com/office/drawing/2014/main" id="{FFA502ED-2CFD-4F6F-87A0-8B23850CEB6E}"/>
                </a:ext>
              </a:extLst>
            </p:cNvPr>
            <p:cNvSpPr/>
            <p:nvPr/>
          </p:nvSpPr>
          <p:spPr>
            <a:xfrm>
              <a:off x="7281814" y="5504016"/>
              <a:ext cx="837819" cy="837819"/>
            </a:xfrm>
            <a:prstGeom prst="roundRect">
              <a:avLst/>
            </a:prstGeom>
            <a:solidFill>
              <a:srgbClr val="605D5B"/>
            </a:solidFill>
            <a:ln>
              <a:noFill/>
            </a:ln>
            <a:scene3d>
              <a:camera prst="orthographicFront"/>
              <a:lightRig rig="threePt" dir="t"/>
            </a:scene3d>
            <a:sp3d prstMaterial="dkEdge">
              <a:bevelT prst="angl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CH" sz="3600" dirty="0"/>
                <a:t>A</a:t>
              </a:r>
            </a:p>
          </p:txBody>
        </p:sp>
        <p:sp>
          <p:nvSpPr>
            <p:cNvPr id="10" name="Rectangle : coins arrondis 9">
              <a:extLst>
                <a:ext uri="{FF2B5EF4-FFF2-40B4-BE49-F238E27FC236}">
                  <a16:creationId xmlns:a16="http://schemas.microsoft.com/office/drawing/2014/main" id="{0DAA69A5-B997-4D3A-B754-D1AA956B1175}"/>
                </a:ext>
              </a:extLst>
            </p:cNvPr>
            <p:cNvSpPr/>
            <p:nvPr/>
          </p:nvSpPr>
          <p:spPr>
            <a:xfrm>
              <a:off x="8119633" y="5504016"/>
              <a:ext cx="837819" cy="837819"/>
            </a:xfrm>
            <a:prstGeom prst="roundRect">
              <a:avLst/>
            </a:prstGeom>
            <a:solidFill>
              <a:srgbClr val="605D5B"/>
            </a:solidFill>
            <a:ln>
              <a:noFill/>
            </a:ln>
            <a:scene3d>
              <a:camera prst="orthographicFront"/>
              <a:lightRig rig="threePt" dir="t"/>
            </a:scene3d>
            <a:sp3d prstMaterial="dkEdge">
              <a:bevelT prst="angl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CH" sz="3600" dirty="0"/>
                <a:t>S</a:t>
              </a:r>
            </a:p>
          </p:txBody>
        </p:sp>
        <p:sp>
          <p:nvSpPr>
            <p:cNvPr id="11" name="Rectangle : coins arrondis 10">
              <a:extLst>
                <a:ext uri="{FF2B5EF4-FFF2-40B4-BE49-F238E27FC236}">
                  <a16:creationId xmlns:a16="http://schemas.microsoft.com/office/drawing/2014/main" id="{74BC0DCD-E6A4-407D-B2F0-75D23F6160C3}"/>
                </a:ext>
              </a:extLst>
            </p:cNvPr>
            <p:cNvSpPr/>
            <p:nvPr/>
          </p:nvSpPr>
          <p:spPr>
            <a:xfrm>
              <a:off x="8958023" y="5504016"/>
              <a:ext cx="837819" cy="837819"/>
            </a:xfrm>
            <a:prstGeom prst="roundRect">
              <a:avLst/>
            </a:prstGeom>
            <a:solidFill>
              <a:srgbClr val="605D5B"/>
            </a:solidFill>
            <a:ln>
              <a:noFill/>
            </a:ln>
            <a:scene3d>
              <a:camera prst="orthographicFront"/>
              <a:lightRig rig="threePt" dir="t"/>
            </a:scene3d>
            <a:sp3d prstMaterial="dkEdge">
              <a:bevelT prst="angl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CH" sz="3600" dirty="0"/>
                <a:t>D</a:t>
              </a:r>
            </a:p>
          </p:txBody>
        </p:sp>
        <p:sp>
          <p:nvSpPr>
            <p:cNvPr id="12" name="Rectangle : coins arrondis 11">
              <a:extLst>
                <a:ext uri="{FF2B5EF4-FFF2-40B4-BE49-F238E27FC236}">
                  <a16:creationId xmlns:a16="http://schemas.microsoft.com/office/drawing/2014/main" id="{21EC8755-52D6-4A3B-B4CE-A4652DCFFB34}"/>
                </a:ext>
              </a:extLst>
            </p:cNvPr>
            <p:cNvSpPr/>
            <p:nvPr/>
          </p:nvSpPr>
          <p:spPr>
            <a:xfrm>
              <a:off x="7281243" y="4666197"/>
              <a:ext cx="837819" cy="837819"/>
            </a:xfrm>
            <a:prstGeom prst="roundRect">
              <a:avLst/>
            </a:prstGeom>
            <a:solidFill>
              <a:srgbClr val="605D5B"/>
            </a:solidFill>
            <a:ln>
              <a:noFill/>
            </a:ln>
            <a:scene3d>
              <a:camera prst="orthographicFront"/>
              <a:lightRig rig="threePt" dir="t"/>
            </a:scene3d>
            <a:sp3d prstMaterial="dkEdge">
              <a:bevelT prst="angl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CH" sz="3600" dirty="0"/>
                <a:t>Q</a:t>
              </a:r>
            </a:p>
          </p:txBody>
        </p:sp>
        <p:sp>
          <p:nvSpPr>
            <p:cNvPr id="13" name="Rectangle : coins arrondis 12">
              <a:extLst>
                <a:ext uri="{FF2B5EF4-FFF2-40B4-BE49-F238E27FC236}">
                  <a16:creationId xmlns:a16="http://schemas.microsoft.com/office/drawing/2014/main" id="{C1C33081-6D1C-4AAA-8E12-13C56F22C916}"/>
                </a:ext>
              </a:extLst>
            </p:cNvPr>
            <p:cNvSpPr/>
            <p:nvPr/>
          </p:nvSpPr>
          <p:spPr>
            <a:xfrm>
              <a:off x="8958022" y="4666196"/>
              <a:ext cx="837819" cy="837819"/>
            </a:xfrm>
            <a:prstGeom prst="roundRect">
              <a:avLst/>
            </a:prstGeom>
            <a:solidFill>
              <a:srgbClr val="605D5B"/>
            </a:solidFill>
            <a:ln>
              <a:noFill/>
            </a:ln>
            <a:scene3d>
              <a:camera prst="orthographicFront"/>
              <a:lightRig rig="threePt" dir="t"/>
            </a:scene3d>
            <a:sp3d prstMaterial="dkEdge">
              <a:bevelT prst="angl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CH" sz="3600" dirty="0"/>
                <a:t>E</a:t>
              </a:r>
            </a:p>
          </p:txBody>
        </p:sp>
      </p:grpSp>
      <p:cxnSp>
        <p:nvCxnSpPr>
          <p:cNvPr id="14" name="Connecteur droit avec flèche 13">
            <a:extLst>
              <a:ext uri="{FF2B5EF4-FFF2-40B4-BE49-F238E27FC236}">
                <a16:creationId xmlns:a16="http://schemas.microsoft.com/office/drawing/2014/main" id="{2C5F2780-8FD5-4505-851B-8B31CDC8ED4E}"/>
              </a:ext>
            </a:extLst>
          </p:cNvPr>
          <p:cNvCxnSpPr>
            <a:cxnSpLocks/>
          </p:cNvCxnSpPr>
          <p:nvPr/>
        </p:nvCxnSpPr>
        <p:spPr>
          <a:xfrm>
            <a:off x="5803900" y="4431030"/>
            <a:ext cx="1" cy="110299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necteur droit avec flèche 14">
            <a:extLst>
              <a:ext uri="{FF2B5EF4-FFF2-40B4-BE49-F238E27FC236}">
                <a16:creationId xmlns:a16="http://schemas.microsoft.com/office/drawing/2014/main" id="{9BA83640-FB27-49D6-A0ED-15B369F4B514}"/>
              </a:ext>
            </a:extLst>
          </p:cNvPr>
          <p:cNvCxnSpPr>
            <a:cxnSpLocks/>
          </p:cNvCxnSpPr>
          <p:nvPr/>
        </p:nvCxnSpPr>
        <p:spPr>
          <a:xfrm>
            <a:off x="4965510" y="4431030"/>
            <a:ext cx="736790" cy="110299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necteur droit avec flèche 15">
            <a:extLst>
              <a:ext uri="{FF2B5EF4-FFF2-40B4-BE49-F238E27FC236}">
                <a16:creationId xmlns:a16="http://schemas.microsoft.com/office/drawing/2014/main" id="{1F2D0DBA-C1E7-4C8D-8DC4-47C8A0201D76}"/>
              </a:ext>
            </a:extLst>
          </p:cNvPr>
          <p:cNvCxnSpPr>
            <a:cxnSpLocks/>
          </p:cNvCxnSpPr>
          <p:nvPr/>
        </p:nvCxnSpPr>
        <p:spPr>
          <a:xfrm flipH="1">
            <a:off x="5880101" y="4431030"/>
            <a:ext cx="761047" cy="110299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necteur droit avec flèche 16">
            <a:extLst>
              <a:ext uri="{FF2B5EF4-FFF2-40B4-BE49-F238E27FC236}">
                <a16:creationId xmlns:a16="http://schemas.microsoft.com/office/drawing/2014/main" id="{487B55E2-C111-4F29-A543-283EA726137A}"/>
              </a:ext>
            </a:extLst>
          </p:cNvPr>
          <p:cNvCxnSpPr>
            <a:cxnSpLocks/>
          </p:cNvCxnSpPr>
          <p:nvPr/>
        </p:nvCxnSpPr>
        <p:spPr>
          <a:xfrm>
            <a:off x="5803329" y="3543300"/>
            <a:ext cx="0" cy="180594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ZoneTexte 17">
            <a:extLst>
              <a:ext uri="{FF2B5EF4-FFF2-40B4-BE49-F238E27FC236}">
                <a16:creationId xmlns:a16="http://schemas.microsoft.com/office/drawing/2014/main" id="{FCF20C36-2EC3-43F7-A2D1-84B94B2FFD96}"/>
              </a:ext>
            </a:extLst>
          </p:cNvPr>
          <p:cNvSpPr txBox="1"/>
          <p:nvPr/>
        </p:nvSpPr>
        <p:spPr>
          <a:xfrm>
            <a:off x="4684144" y="5601970"/>
            <a:ext cx="22383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CH" dirty="0">
                <a:latin typeface="Roboto" panose="02000000000000000000" pitchFamily="2" charset="0"/>
                <a:ea typeface="Roboto" panose="02000000000000000000" pitchFamily="2" charset="0"/>
              </a:rPr>
              <a:t>Déplacements</a:t>
            </a:r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7A5392D9-200B-4159-89A6-86053F8EDAEC}"/>
              </a:ext>
            </a:extLst>
          </p:cNvPr>
          <p:cNvSpPr txBox="1"/>
          <p:nvPr/>
        </p:nvSpPr>
        <p:spPr>
          <a:xfrm>
            <a:off x="8453819" y="1674955"/>
            <a:ext cx="22383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CH" dirty="0">
                <a:latin typeface="Roboto" panose="02000000000000000000" pitchFamily="2" charset="0"/>
                <a:ea typeface="Roboto" panose="02000000000000000000" pitchFamily="2" charset="0"/>
              </a:rPr>
              <a:t>Rotation de caméra</a:t>
            </a:r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75F76C65-5AC0-4BBD-A120-E05379783995}"/>
              </a:ext>
            </a:extLst>
          </p:cNvPr>
          <p:cNvSpPr txBox="1"/>
          <p:nvPr/>
        </p:nvSpPr>
        <p:spPr>
          <a:xfrm>
            <a:off x="997750" y="1536455"/>
            <a:ext cx="223837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CH" dirty="0">
                <a:latin typeface="Roboto" panose="02000000000000000000" pitchFamily="2" charset="0"/>
                <a:ea typeface="Roboto" panose="02000000000000000000" pitchFamily="2" charset="0"/>
              </a:rPr>
              <a:t>Vue orthographique (vue 2D)</a:t>
            </a:r>
          </a:p>
        </p:txBody>
      </p:sp>
      <p:cxnSp>
        <p:nvCxnSpPr>
          <p:cNvPr id="21" name="Connecteur droit avec flèche 20">
            <a:extLst>
              <a:ext uri="{FF2B5EF4-FFF2-40B4-BE49-F238E27FC236}">
                <a16:creationId xmlns:a16="http://schemas.microsoft.com/office/drawing/2014/main" id="{EBF04877-B2D7-4572-9343-F7BB0E084635}"/>
              </a:ext>
            </a:extLst>
          </p:cNvPr>
          <p:cNvCxnSpPr>
            <a:cxnSpLocks/>
          </p:cNvCxnSpPr>
          <p:nvPr/>
        </p:nvCxnSpPr>
        <p:spPr>
          <a:xfrm flipH="1">
            <a:off x="3688080" y="3347402"/>
            <a:ext cx="1071153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necteur droit avec flèche 21">
            <a:extLst>
              <a:ext uri="{FF2B5EF4-FFF2-40B4-BE49-F238E27FC236}">
                <a16:creationId xmlns:a16="http://schemas.microsoft.com/office/drawing/2014/main" id="{E579ACF5-60DE-41D1-B786-AF5AC1138DA8}"/>
              </a:ext>
            </a:extLst>
          </p:cNvPr>
          <p:cNvCxnSpPr>
            <a:cxnSpLocks/>
          </p:cNvCxnSpPr>
          <p:nvPr/>
        </p:nvCxnSpPr>
        <p:spPr>
          <a:xfrm>
            <a:off x="6807200" y="3347402"/>
            <a:ext cx="11176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3" name="Image 22">
            <a:extLst>
              <a:ext uri="{FF2B5EF4-FFF2-40B4-BE49-F238E27FC236}">
                <a16:creationId xmlns:a16="http://schemas.microsoft.com/office/drawing/2014/main" id="{A5F1CA34-F57F-4FA6-B51A-42272EB1673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827" y="2288324"/>
            <a:ext cx="2832318" cy="2832318"/>
          </a:xfrm>
          <a:prstGeom prst="rect">
            <a:avLst/>
          </a:prstGeom>
        </p:spPr>
      </p:pic>
      <p:pic>
        <p:nvPicPr>
          <p:cNvPr id="24" name="Image 23">
            <a:extLst>
              <a:ext uri="{FF2B5EF4-FFF2-40B4-BE49-F238E27FC236}">
                <a16:creationId xmlns:a16="http://schemas.microsoft.com/office/drawing/2014/main" id="{E58E2C4C-C161-454C-A9D4-81FEDFFC20F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53500" y="2289743"/>
            <a:ext cx="2830899" cy="2830899"/>
          </a:xfrm>
          <a:prstGeom prst="rect">
            <a:avLst/>
          </a:prstGeom>
        </p:spPr>
      </p:pic>
      <p:pic>
        <p:nvPicPr>
          <p:cNvPr id="3" name="Image 2">
            <a:extLst>
              <a:ext uri="{FF2B5EF4-FFF2-40B4-BE49-F238E27FC236}">
                <a16:creationId xmlns:a16="http://schemas.microsoft.com/office/drawing/2014/main" id="{A2ABEB39-D061-44C9-B92C-E58E28E60B5D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2943" b="43941"/>
          <a:stretch/>
        </p:blipFill>
        <p:spPr>
          <a:xfrm>
            <a:off x="304636" y="68381"/>
            <a:ext cx="4241965" cy="556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957159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5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3939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2DC02F03-D938-48BD-B61F-F45E16C5B5C8}"/>
              </a:ext>
            </a:extLst>
          </p:cNvPr>
          <p:cNvSpPr/>
          <p:nvPr/>
        </p:nvSpPr>
        <p:spPr>
          <a:xfrm>
            <a:off x="11607800" y="0"/>
            <a:ext cx="584199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D2FAE3B-1037-4DAB-91FB-CB5E3C46DFC7}"/>
              </a:ext>
            </a:extLst>
          </p:cNvPr>
          <p:cNvSpPr/>
          <p:nvPr/>
        </p:nvSpPr>
        <p:spPr>
          <a:xfrm>
            <a:off x="0" y="6184900"/>
            <a:ext cx="12191999" cy="6731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8" name="Espace réservé du numéro de diapositive 1">
            <a:extLst>
              <a:ext uri="{FF2B5EF4-FFF2-40B4-BE49-F238E27FC236}">
                <a16:creationId xmlns:a16="http://schemas.microsoft.com/office/drawing/2014/main" id="{03311814-416B-478C-92A2-E96EAA53B2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21799" y="6341835"/>
            <a:ext cx="2743200" cy="365125"/>
          </a:xfrm>
          <a:effectLst>
            <a:outerShdw blurRad="50800" dist="38100" dir="3420000" algn="tl" rotWithShape="0">
              <a:prstClr val="black">
                <a:alpha val="68000"/>
              </a:prstClr>
            </a:outerShdw>
          </a:effectLst>
        </p:spPr>
        <p:txBody>
          <a:bodyPr/>
          <a:lstStyle/>
          <a:p>
            <a:fld id="{B45CD97F-2943-414E-9A63-247F4BA00F02}" type="slidenum">
              <a:rPr lang="fr-CH" sz="2000" smtClean="0">
                <a:solidFill>
                  <a:schemeClr val="bg1"/>
                </a:solidFill>
                <a:latin typeface="Arial Black" panose="020B0A04020102020204" pitchFamily="34" charset="0"/>
              </a:rPr>
              <a:t>15</a:t>
            </a:fld>
            <a:endParaRPr lang="fr-CH" sz="2000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600CA7C5-83AB-49FD-A7A7-4A34100CD3A8}"/>
              </a:ext>
            </a:extLst>
          </p:cNvPr>
          <p:cNvSpPr txBox="1"/>
          <p:nvPr/>
        </p:nvSpPr>
        <p:spPr>
          <a:xfrm>
            <a:off x="396875" y="812799"/>
            <a:ext cx="6410325" cy="6181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fr-CH" sz="2000" b="1" dirty="0"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rPr>
              <a:t>Objets 3D :</a:t>
            </a: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A2ABEB39-D061-44C9-B92C-E58E28E60B5D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2943" b="43941"/>
          <a:stretch/>
        </p:blipFill>
        <p:spPr>
          <a:xfrm>
            <a:off x="304636" y="68381"/>
            <a:ext cx="4241965" cy="556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136493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5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1000">
              <a:schemeClr val="tx1"/>
            </a:gs>
            <a:gs pos="100000">
              <a:srgbClr val="88898F"/>
            </a:gs>
          </a:gsLst>
          <a:path path="rect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m3d="http://schemas.microsoft.com/office/drawing/2017/model3d">
        <mc:Choice Requires="am3d">
          <p:graphicFrame>
            <p:nvGraphicFramePr>
              <p:cNvPr id="4" name="Modèle 3D 3">
                <a:extLst>
                  <a:ext uri="{FF2B5EF4-FFF2-40B4-BE49-F238E27FC236}">
                    <a16:creationId xmlns:a16="http://schemas.microsoft.com/office/drawing/2014/main" id="{FDBD4B67-1D13-4298-8422-4CFF22F03D03}"/>
                  </a:ext>
                </a:extLst>
              </p:cNvPr>
              <p:cNvGraphicFramePr>
                <a:graphicFrameLocks noChangeAspect="1"/>
              </p:cNvGraphicFramePr>
              <p:nvPr>
                <p:extLst/>
              </p:nvPr>
            </p:nvGraphicFramePr>
            <p:xfrm>
              <a:off x="2323632" y="3338629"/>
              <a:ext cx="7544736" cy="365125"/>
            </p:xfrm>
            <a:graphic>
              <a:graphicData uri="http://schemas.microsoft.com/office/drawing/2017/model3d">
                <am3d:model3d r:embed="rId3">
                  <am3d:spPr>
                    <a:xfrm>
                      <a:off x="0" y="0"/>
                      <a:ext cx="7544736" cy="365125"/>
                    </a:xfrm>
                    <a:prstGeom prst="rect">
                      <a:avLst/>
                    </a:prstGeom>
                  </am3d:spPr>
                  <am3d:camera>
                    <am3d:pos x="0" y="0" z="47112842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75689" d="1000000"/>
                    <am3d:preTrans dx="-18098394" dy="-1012791" dz="0"/>
                    <am3d:scale>
                      <am3d:sx n="1000000" d="1000000"/>
                      <am3d:sy n="1000000" d="1000000"/>
                      <am3d:sz n="1000000" d="1000000"/>
                    </am3d:scale>
                    <am3d:rot/>
                    <am3d:postTrans dx="0" dy="0" dz="0"/>
                  </am3d:trans>
                  <am3d:raster rName="Office3DRenderer" rVer="16.0.8326">
                    <am3d:blip r:embed="rId4"/>
                  </am3d:raster>
                  <am3d:objViewport viewportSz="8085019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 xmlns="">
          <p:pic>
            <p:nvPicPr>
              <p:cNvPr id="4" name="Modèle 3D 3">
                <a:extLst>
                  <a:ext uri="{FF2B5EF4-FFF2-40B4-BE49-F238E27FC236}">
                    <a16:creationId xmlns:a16="http://schemas.microsoft.com/office/drawing/2014/main" id="{FDBD4B67-1D13-4298-8422-4CFF22F03D03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323632" y="3338629"/>
                <a:ext cx="7544736" cy="36512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9" name="Modèle 3D 8">
                <a:extLst>
                  <a:ext uri="{FF2B5EF4-FFF2-40B4-BE49-F238E27FC236}">
                    <a16:creationId xmlns:a16="http://schemas.microsoft.com/office/drawing/2014/main" id="{721A4291-E69D-4A72-8AB5-BC71B65FCECF}"/>
                  </a:ext>
                </a:extLst>
              </p:cNvPr>
              <p:cNvGraphicFramePr>
                <a:graphicFrameLocks noChangeAspect="1"/>
              </p:cNvGraphicFramePr>
              <p:nvPr>
                <p:extLst/>
              </p:nvPr>
            </p:nvGraphicFramePr>
            <p:xfrm>
              <a:off x="459654" y="5290188"/>
              <a:ext cx="2047089" cy="159472"/>
            </p:xfrm>
            <a:graphic>
              <a:graphicData uri="http://schemas.microsoft.com/office/drawing/2017/model3d">
                <am3d:model3d r:embed="rId6">
                  <am3d:spPr>
                    <a:xfrm>
                      <a:off x="0" y="0"/>
                      <a:ext cx="2047089" cy="159472"/>
                    </a:xfrm>
                    <a:prstGeom prst="rect">
                      <a:avLst/>
                    </a:prstGeom>
                  </am3d:spPr>
                  <am3d:camera>
                    <am3d:pos x="0" y="0" z="47252373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21839" d="1000000"/>
                    <am3d:preTrans dx="-18158385" dy="-1630316" dz="0"/>
                    <am3d:scale>
                      <am3d:sx n="1000000" d="1000000"/>
                      <am3d:sy n="1000000" d="1000000"/>
                      <am3d:sz n="1000000" d="1000000"/>
                    </am3d:scale>
                    <am3d:rot/>
                    <am3d:postTrans dx="0" dy="0" dz="0"/>
                  </am3d:trans>
                  <am3d:raster rName="Office3DRenderer" rVer="16.0.8326">
                    <am3d:blip r:embed="rId7"/>
                  </am3d:raster>
                  <am3d:objViewport viewportSz="2178396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9" name="Modèle 3D 8">
                <a:extLst>
                  <a:ext uri="{FF2B5EF4-FFF2-40B4-BE49-F238E27FC236}">
                    <a16:creationId xmlns:a16="http://schemas.microsoft.com/office/drawing/2014/main" id="{721A4291-E69D-4A72-8AB5-BC71B65FCECF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59654" y="5290188"/>
                <a:ext cx="2047089" cy="15947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1" name="Modèle 3D 10">
                <a:extLst>
                  <a:ext uri="{FF2B5EF4-FFF2-40B4-BE49-F238E27FC236}">
                    <a16:creationId xmlns:a16="http://schemas.microsoft.com/office/drawing/2014/main" id="{DAEFC844-F73D-4C26-A679-6DB258F85B24}"/>
                  </a:ext>
                </a:extLst>
              </p:cNvPr>
              <p:cNvGraphicFramePr>
                <a:graphicFrameLocks noChangeAspect="1"/>
              </p:cNvGraphicFramePr>
              <p:nvPr>
                <p:extLst/>
              </p:nvPr>
            </p:nvGraphicFramePr>
            <p:xfrm>
              <a:off x="7644160" y="5288060"/>
              <a:ext cx="1590051" cy="136597"/>
            </p:xfrm>
            <a:graphic>
              <a:graphicData uri="http://schemas.microsoft.com/office/drawing/2017/model3d">
                <am3d:model3d r:embed="rId8">
                  <am3d:spPr>
                    <a:xfrm>
                      <a:off x="0" y="0"/>
                      <a:ext cx="1590051" cy="136597"/>
                    </a:xfrm>
                    <a:prstGeom prst="rect">
                      <a:avLst/>
                    </a:prstGeom>
                  </am3d:spPr>
                  <am3d:camera>
                    <am3d:pos x="0" y="0" z="47282993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40053" d="1000000"/>
                    <am3d:preTrans dx="-18182064" dy="-1878894" dz="0"/>
                    <am3d:scale>
                      <am3d:sx n="1000000" d="1000000"/>
                      <am3d:sy n="1000000" d="1000000"/>
                      <am3d:sz n="1000000" d="1000000"/>
                    </am3d:scale>
                    <am3d:rot/>
                    <am3d:postTrans dx="0" dy="0" dz="0"/>
                  </am3d:trans>
                  <am3d:raster rName="Office3DRenderer" rVer="16.0.8326">
                    <am3d:blip r:embed="rId9"/>
                  </am3d:raster>
                  <am3d:objViewport viewportSz="169319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1" name="Modèle 3D 10">
                <a:extLst>
                  <a:ext uri="{FF2B5EF4-FFF2-40B4-BE49-F238E27FC236}">
                    <a16:creationId xmlns:a16="http://schemas.microsoft.com/office/drawing/2014/main" id="{DAEFC844-F73D-4C26-A679-6DB258F85B24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7644160" y="5288060"/>
                <a:ext cx="1590051" cy="13659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2" name="Modèle 3D 11">
                <a:extLst>
                  <a:ext uri="{FF2B5EF4-FFF2-40B4-BE49-F238E27FC236}">
                    <a16:creationId xmlns:a16="http://schemas.microsoft.com/office/drawing/2014/main" id="{B54A9AAA-BF20-4E5B-8112-060A59A40950}"/>
                  </a:ext>
                </a:extLst>
              </p:cNvPr>
              <p:cNvGraphicFramePr>
                <a:graphicFrameLocks noChangeAspect="1"/>
              </p:cNvGraphicFramePr>
              <p:nvPr>
                <p:extLst/>
              </p:nvPr>
            </p:nvGraphicFramePr>
            <p:xfrm>
              <a:off x="9599853" y="5295684"/>
              <a:ext cx="2132492" cy="136598"/>
            </p:xfrm>
            <a:graphic>
              <a:graphicData uri="http://schemas.microsoft.com/office/drawing/2017/model3d">
                <am3d:model3d r:embed="rId10">
                  <am3d:spPr>
                    <a:xfrm>
                      <a:off x="0" y="0"/>
                      <a:ext cx="2132492" cy="136598"/>
                    </a:xfrm>
                    <a:prstGeom prst="rect">
                      <a:avLst/>
                    </a:prstGeom>
                  </am3d:spPr>
                  <am3d:camera>
                    <am3d:pos x="0" y="0" z="47169696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99320" d="1000000"/>
                    <am3d:preTrans dx="-18129112" dy="-1338919" dz="0"/>
                    <am3d:scale>
                      <am3d:sx n="1000000" d="1000000"/>
                      <am3d:sy n="1000000" d="1000000"/>
                      <am3d:sz n="1000000" d="1000000"/>
                    </am3d:scale>
                    <am3d:rot/>
                    <am3d:postTrans dx="0" dy="0" dz="0"/>
                  </am3d:trans>
                  <am3d:raster rName="Office3DRenderer" rVer="16.0.8326">
                    <am3d:blip r:embed="rId11"/>
                  </am3d:raster>
                  <am3d:objViewport viewportSz="2279648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2" name="Modèle 3D 11">
                <a:extLst>
                  <a:ext uri="{FF2B5EF4-FFF2-40B4-BE49-F238E27FC236}">
                    <a16:creationId xmlns:a16="http://schemas.microsoft.com/office/drawing/2014/main" id="{B54A9AAA-BF20-4E5B-8112-060A59A40950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9599853" y="5295684"/>
                <a:ext cx="2132492" cy="13659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7" name="Modèle 3D 16">
                <a:extLst>
                  <a:ext uri="{FF2B5EF4-FFF2-40B4-BE49-F238E27FC236}">
                    <a16:creationId xmlns:a16="http://schemas.microsoft.com/office/drawing/2014/main" id="{8E81DCB3-3594-4C1D-8542-621F0445E675}"/>
                  </a:ext>
                </a:extLst>
              </p:cNvPr>
              <p:cNvGraphicFramePr>
                <a:graphicFrameLocks noChangeAspect="1"/>
              </p:cNvGraphicFramePr>
              <p:nvPr>
                <p:extLst/>
              </p:nvPr>
            </p:nvGraphicFramePr>
            <p:xfrm>
              <a:off x="2872385" y="5288060"/>
              <a:ext cx="1217915" cy="144222"/>
            </p:xfrm>
            <a:graphic>
              <a:graphicData uri="http://schemas.microsoft.com/office/drawing/2017/model3d">
                <am3d:model3d r:embed="rId12">
                  <am3d:spPr>
                    <a:xfrm>
                      <a:off x="0" y="0"/>
                      <a:ext cx="1217915" cy="144222"/>
                    </a:xfrm>
                    <a:prstGeom prst="rect">
                      <a:avLst/>
                    </a:prstGeom>
                  </am3d:spPr>
                  <am3d:camera>
                    <am3d:pos x="0" y="0" z="47490712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83610" d="1000000"/>
                    <am3d:preTrans dx="-18238686" dy="-2475202" dz="0"/>
                    <am3d:scale>
                      <am3d:sx n="1000000" d="1000000"/>
                      <am3d:sy n="1000000" d="1000000"/>
                      <am3d:sz n="1000000" d="1000000"/>
                    </am3d:scale>
                    <am3d:rot/>
                    <am3d:postTrans dx="0" dy="0" dz="0"/>
                  </am3d:trans>
                  <am3d:raster rName="Office3DRenderer" rVer="16.0.8326">
                    <am3d:blip r:embed="rId13"/>
                  </am3d:raster>
                  <am3d:objViewport viewportSz="1293947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7" name="Modèle 3D 16">
                <a:extLst>
                  <a:ext uri="{FF2B5EF4-FFF2-40B4-BE49-F238E27FC236}">
                    <a16:creationId xmlns:a16="http://schemas.microsoft.com/office/drawing/2014/main" id="{8E81DCB3-3594-4C1D-8542-621F0445E675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2872385" y="5288060"/>
                <a:ext cx="1217915" cy="144222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644930860"/>
      </p:ext>
    </p:extLst>
  </p:cSld>
  <p:clrMapOvr>
    <a:masterClrMapping/>
  </p:clrMapOvr>
  <p:transition spd="slow">
    <p:push dir="u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1000">
              <a:schemeClr val="tx1"/>
            </a:gs>
            <a:gs pos="100000">
              <a:srgbClr val="88898F"/>
            </a:gs>
          </a:gsLst>
          <a:path path="rect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m3d="http://schemas.microsoft.com/office/drawing/2017/model3d">
        <mc:Choice Requires="am3d">
          <p:graphicFrame>
            <p:nvGraphicFramePr>
              <p:cNvPr id="4" name="Modèle 3D 3">
                <a:extLst>
                  <a:ext uri="{FF2B5EF4-FFF2-40B4-BE49-F238E27FC236}">
                    <a16:creationId xmlns:a16="http://schemas.microsoft.com/office/drawing/2014/main" id="{35EBF9CA-D28F-4140-91B0-09551FA4F144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647678274"/>
                  </p:ext>
                </p:extLst>
              </p:nvPr>
            </p:nvGraphicFramePr>
            <p:xfrm>
              <a:off x="3551702" y="3210427"/>
              <a:ext cx="5088595" cy="437146"/>
            </p:xfrm>
            <a:graphic>
              <a:graphicData uri="http://schemas.microsoft.com/office/drawing/2017/model3d">
                <am3d:model3d r:embed="rId3">
                  <am3d:spPr>
                    <a:xfrm>
                      <a:off x="0" y="0"/>
                      <a:ext cx="5088595" cy="437146"/>
                    </a:xfrm>
                    <a:prstGeom prst="rect">
                      <a:avLst/>
                    </a:prstGeom>
                  </am3d:spPr>
                  <am3d:camera>
                    <am3d:pos x="0" y="0" z="47282993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40053" d="1000000"/>
                    <am3d:preTrans dx="-18182064" dy="-1878894" dz="0"/>
                    <am3d:scale>
                      <am3d:sx n="1000000" d="1000000"/>
                      <am3d:sy n="1000000" d="1000000"/>
                      <am3d:sz n="1000000" d="1000000"/>
                    </am3d:scale>
                    <am3d:rot/>
                    <am3d:postTrans dx="0" dy="0" dz="0"/>
                  </am3d:trans>
                  <am3d:raster rName="Office3DRenderer" rVer="16.0.8326">
                    <am3d:blip r:embed="rId4"/>
                  </am3d:raster>
                  <am3d:objViewport viewportSz="5418667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 xmlns="">
          <p:pic>
            <p:nvPicPr>
              <p:cNvPr id="4" name="Modèle 3D 3">
                <a:extLst>
                  <a:ext uri="{FF2B5EF4-FFF2-40B4-BE49-F238E27FC236}">
                    <a16:creationId xmlns:a16="http://schemas.microsoft.com/office/drawing/2014/main" id="{35EBF9CA-D28F-4140-91B0-09551FA4F144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551702" y="3210427"/>
                <a:ext cx="5088595" cy="437146"/>
              </a:xfrm>
              <a:prstGeom prst="rect">
                <a:avLst/>
              </a:prstGeom>
            </p:spPr>
          </p:pic>
        </mc:Fallback>
      </mc:AlternateContent>
      <p:sp>
        <p:nvSpPr>
          <p:cNvPr id="8" name="Espace réservé du numéro de diapositive 1">
            <a:extLst>
              <a:ext uri="{FF2B5EF4-FFF2-40B4-BE49-F238E27FC236}">
                <a16:creationId xmlns:a16="http://schemas.microsoft.com/office/drawing/2014/main" id="{CBCB323E-61EE-47D8-BAFE-6D2BEE1C08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21799" y="6341835"/>
            <a:ext cx="2743200" cy="365125"/>
          </a:xfrm>
          <a:effectLst>
            <a:outerShdw blurRad="50800" dist="38100" dir="3420000" algn="tl" rotWithShape="0">
              <a:prstClr val="black">
                <a:alpha val="68000"/>
              </a:prstClr>
            </a:outerShdw>
          </a:effectLst>
        </p:spPr>
        <p:txBody>
          <a:bodyPr/>
          <a:lstStyle/>
          <a:p>
            <a:fld id="{B45CD97F-2943-414E-9A63-247F4BA00F02}" type="slidenum">
              <a:rPr lang="fr-CH" sz="2000" smtClean="0">
                <a:solidFill>
                  <a:schemeClr val="tx1"/>
                </a:solidFill>
                <a:latin typeface="Arial Black" panose="020B0A04020102020204" pitchFamily="34" charset="0"/>
              </a:rPr>
              <a:t>17</a:t>
            </a:fld>
            <a:endParaRPr lang="fr-CH" sz="2000" dirty="0">
              <a:solidFill>
                <a:schemeClr val="tx1"/>
              </a:solidFill>
              <a:latin typeface="Arial Black" panose="020B0A04020102020204" pitchFamily="34" charset="0"/>
            </a:endParaRPr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9" name="Modèle 3D 8">
                <a:extLst>
                  <a:ext uri="{FF2B5EF4-FFF2-40B4-BE49-F238E27FC236}">
                    <a16:creationId xmlns:a16="http://schemas.microsoft.com/office/drawing/2014/main" id="{4E7486D7-4D36-4021-9E0B-EBC3748CB08C}"/>
                  </a:ext>
                </a:extLst>
              </p:cNvPr>
              <p:cNvGraphicFramePr>
                <a:graphicFrameLocks noChangeAspect="1"/>
              </p:cNvGraphicFramePr>
              <p:nvPr>
                <p:extLst/>
              </p:nvPr>
            </p:nvGraphicFramePr>
            <p:xfrm>
              <a:off x="459654" y="5290188"/>
              <a:ext cx="2047089" cy="159472"/>
            </p:xfrm>
            <a:graphic>
              <a:graphicData uri="http://schemas.microsoft.com/office/drawing/2017/model3d">
                <am3d:model3d r:embed="rId6">
                  <am3d:spPr>
                    <a:xfrm>
                      <a:off x="0" y="0"/>
                      <a:ext cx="2047089" cy="159472"/>
                    </a:xfrm>
                    <a:prstGeom prst="rect">
                      <a:avLst/>
                    </a:prstGeom>
                  </am3d:spPr>
                  <am3d:camera>
                    <am3d:pos x="0" y="0" z="47252373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21839" d="1000000"/>
                    <am3d:preTrans dx="-18158385" dy="-1630316" dz="0"/>
                    <am3d:scale>
                      <am3d:sx n="1000000" d="1000000"/>
                      <am3d:sy n="1000000" d="1000000"/>
                      <am3d:sz n="1000000" d="1000000"/>
                    </am3d:scale>
                    <am3d:rot/>
                    <am3d:postTrans dx="0" dy="0" dz="0"/>
                  </am3d:trans>
                  <am3d:raster rName="Office3DRenderer" rVer="16.0.8326">
                    <am3d:blip r:embed="rId7"/>
                  </am3d:raster>
                  <am3d:objViewport viewportSz="2178396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9" name="Modèle 3D 8">
                <a:extLst>
                  <a:ext uri="{FF2B5EF4-FFF2-40B4-BE49-F238E27FC236}">
                    <a16:creationId xmlns:a16="http://schemas.microsoft.com/office/drawing/2014/main" id="{4E7486D7-4D36-4021-9E0B-EBC3748CB08C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59654" y="5290188"/>
                <a:ext cx="2047089" cy="15947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0" name="Modèle 3D 9">
                <a:extLst>
                  <a:ext uri="{FF2B5EF4-FFF2-40B4-BE49-F238E27FC236}">
                    <a16:creationId xmlns:a16="http://schemas.microsoft.com/office/drawing/2014/main" id="{DDBD8101-0377-4BC8-A924-F75070687124}"/>
                  </a:ext>
                </a:extLst>
              </p:cNvPr>
              <p:cNvGraphicFramePr>
                <a:graphicFrameLocks noChangeAspect="1"/>
              </p:cNvGraphicFramePr>
              <p:nvPr>
                <p:extLst/>
              </p:nvPr>
            </p:nvGraphicFramePr>
            <p:xfrm>
              <a:off x="2872385" y="5288060"/>
              <a:ext cx="1217915" cy="144222"/>
            </p:xfrm>
            <a:graphic>
              <a:graphicData uri="http://schemas.microsoft.com/office/drawing/2017/model3d">
                <am3d:model3d r:embed="rId8">
                  <am3d:spPr>
                    <a:xfrm>
                      <a:off x="0" y="0"/>
                      <a:ext cx="1217915" cy="144222"/>
                    </a:xfrm>
                    <a:prstGeom prst="rect">
                      <a:avLst/>
                    </a:prstGeom>
                  </am3d:spPr>
                  <am3d:camera>
                    <am3d:pos x="0" y="0" z="47490712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83610" d="1000000"/>
                    <am3d:preTrans dx="-18238686" dy="-2475202" dz="0"/>
                    <am3d:scale>
                      <am3d:sx n="1000000" d="1000000"/>
                      <am3d:sy n="1000000" d="1000000"/>
                      <am3d:sz n="1000000" d="1000000"/>
                    </am3d:scale>
                    <am3d:rot/>
                    <am3d:postTrans dx="0" dy="0" dz="0"/>
                  </am3d:trans>
                  <am3d:raster rName="Office3DRenderer" rVer="16.0.8326">
                    <am3d:blip r:embed="rId9"/>
                  </am3d:raster>
                  <am3d:objViewport viewportSz="1293947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0" name="Modèle 3D 9">
                <a:extLst>
                  <a:ext uri="{FF2B5EF4-FFF2-40B4-BE49-F238E27FC236}">
                    <a16:creationId xmlns:a16="http://schemas.microsoft.com/office/drawing/2014/main" id="{DDBD8101-0377-4BC8-A924-F75070687124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872385" y="5288060"/>
                <a:ext cx="1217915" cy="14422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1" name="Modèle 3D 10">
                <a:extLst>
                  <a:ext uri="{FF2B5EF4-FFF2-40B4-BE49-F238E27FC236}">
                    <a16:creationId xmlns:a16="http://schemas.microsoft.com/office/drawing/2014/main" id="{8E8CCD1E-DBA4-47ED-AB1E-423501F787F6}"/>
                  </a:ext>
                </a:extLst>
              </p:cNvPr>
              <p:cNvGraphicFramePr>
                <a:graphicFrameLocks noChangeAspect="1"/>
              </p:cNvGraphicFramePr>
              <p:nvPr>
                <p:extLst/>
              </p:nvPr>
            </p:nvGraphicFramePr>
            <p:xfrm>
              <a:off x="4455942" y="5288060"/>
              <a:ext cx="2822576" cy="136598"/>
            </p:xfrm>
            <a:graphic>
              <a:graphicData uri="http://schemas.microsoft.com/office/drawing/2017/model3d">
                <am3d:model3d r:embed="rId10">
                  <am3d:spPr>
                    <a:xfrm>
                      <a:off x="0" y="0"/>
                      <a:ext cx="2822576" cy="136598"/>
                    </a:xfrm>
                    <a:prstGeom prst="rect">
                      <a:avLst/>
                    </a:prstGeom>
                  </am3d:spPr>
                  <am3d:camera>
                    <am3d:pos x="0" y="0" z="47112842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75689" d="1000000"/>
                    <am3d:preTrans dx="-18098394" dy="-1012791" dz="0"/>
                    <am3d:scale>
                      <am3d:sx n="1000000" d="1000000"/>
                      <am3d:sy n="1000000" d="1000000"/>
                      <am3d:sz n="1000000" d="1000000"/>
                    </am3d:scale>
                    <am3d:rot/>
                    <am3d:postTrans dx="0" dy="0" dz="0"/>
                  </am3d:trans>
                  <am3d:raster rName="Office3DRenderer" rVer="16.0.8326">
                    <am3d:blip r:embed="rId11"/>
                  </am3d:raster>
                  <am3d:objViewport viewportSz="3024711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1" name="Modèle 3D 10">
                <a:extLst>
                  <a:ext uri="{FF2B5EF4-FFF2-40B4-BE49-F238E27FC236}">
                    <a16:creationId xmlns:a16="http://schemas.microsoft.com/office/drawing/2014/main" id="{8E8CCD1E-DBA4-47ED-AB1E-423501F787F6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4455942" y="5288060"/>
                <a:ext cx="2822576" cy="13659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3" name="Modèle 3D 12">
                <a:extLst>
                  <a:ext uri="{FF2B5EF4-FFF2-40B4-BE49-F238E27FC236}">
                    <a16:creationId xmlns:a16="http://schemas.microsoft.com/office/drawing/2014/main" id="{D0558FEA-74C6-48A0-AC42-F7A7B44C4D59}"/>
                  </a:ext>
                </a:extLst>
              </p:cNvPr>
              <p:cNvGraphicFramePr>
                <a:graphicFrameLocks noChangeAspect="1"/>
              </p:cNvGraphicFramePr>
              <p:nvPr>
                <p:extLst/>
              </p:nvPr>
            </p:nvGraphicFramePr>
            <p:xfrm>
              <a:off x="9599853" y="5295684"/>
              <a:ext cx="2132492" cy="136598"/>
            </p:xfrm>
            <a:graphic>
              <a:graphicData uri="http://schemas.microsoft.com/office/drawing/2017/model3d">
                <am3d:model3d r:embed="rId12">
                  <am3d:spPr>
                    <a:xfrm>
                      <a:off x="0" y="0"/>
                      <a:ext cx="2132492" cy="136598"/>
                    </a:xfrm>
                    <a:prstGeom prst="rect">
                      <a:avLst/>
                    </a:prstGeom>
                  </am3d:spPr>
                  <am3d:camera>
                    <am3d:pos x="0" y="0" z="47169696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99320" d="1000000"/>
                    <am3d:preTrans dx="-18129112" dy="-1338919" dz="0"/>
                    <am3d:scale>
                      <am3d:sx n="1000000" d="1000000"/>
                      <am3d:sy n="1000000" d="1000000"/>
                      <am3d:sz n="1000000" d="1000000"/>
                    </am3d:scale>
                    <am3d:rot/>
                    <am3d:postTrans dx="0" dy="0" dz="0"/>
                  </am3d:trans>
                  <am3d:raster rName="Office3DRenderer" rVer="16.0.8326">
                    <am3d:blip r:embed="rId13"/>
                  </am3d:raster>
                  <am3d:objViewport viewportSz="2279648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3" name="Modèle 3D 12">
                <a:extLst>
                  <a:ext uri="{FF2B5EF4-FFF2-40B4-BE49-F238E27FC236}">
                    <a16:creationId xmlns:a16="http://schemas.microsoft.com/office/drawing/2014/main" id="{D0558FEA-74C6-48A0-AC42-F7A7B44C4D59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9599853" y="5295684"/>
                <a:ext cx="2132492" cy="136598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04454840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3939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Image 15">
            <a:extLst>
              <a:ext uri="{FF2B5EF4-FFF2-40B4-BE49-F238E27FC236}">
                <a16:creationId xmlns:a16="http://schemas.microsoft.com/office/drawing/2014/main" id="{83E8A3D3-EDE1-44D8-89E2-746EFE64972C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06" t="10278" r="57968" b="9999"/>
          <a:stretch/>
        </p:blipFill>
        <p:spPr>
          <a:xfrm>
            <a:off x="1028700" y="916827"/>
            <a:ext cx="4414841" cy="2778528"/>
          </a:xfrm>
          <a:prstGeom prst="rect">
            <a:avLst/>
          </a:prstGeom>
        </p:spPr>
      </p:pic>
      <p:pic>
        <p:nvPicPr>
          <p:cNvPr id="14" name="Image 13">
            <a:extLst>
              <a:ext uri="{FF2B5EF4-FFF2-40B4-BE49-F238E27FC236}">
                <a16:creationId xmlns:a16="http://schemas.microsoft.com/office/drawing/2014/main" id="{6A4EEF7D-2E47-48FB-B87C-70962248BFCB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01" t="14585" r="58825" b="9167"/>
          <a:stretch/>
        </p:blipFill>
        <p:spPr>
          <a:xfrm>
            <a:off x="5607505" y="916825"/>
            <a:ext cx="4414841" cy="2778529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4CB2F745-512D-4159-BFDF-87759859DF2E}"/>
              </a:ext>
            </a:extLst>
          </p:cNvPr>
          <p:cNvSpPr/>
          <p:nvPr/>
        </p:nvSpPr>
        <p:spPr>
          <a:xfrm>
            <a:off x="11607800" y="0"/>
            <a:ext cx="584199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E143375-6ABA-4C66-87D5-95B3865FA584}"/>
              </a:ext>
            </a:extLst>
          </p:cNvPr>
          <p:cNvSpPr/>
          <p:nvPr/>
        </p:nvSpPr>
        <p:spPr>
          <a:xfrm>
            <a:off x="0" y="0"/>
            <a:ext cx="12191999" cy="6731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7" name="Espace réservé du numéro de diapositive 1">
            <a:extLst>
              <a:ext uri="{FF2B5EF4-FFF2-40B4-BE49-F238E27FC236}">
                <a16:creationId xmlns:a16="http://schemas.microsoft.com/office/drawing/2014/main" id="{D57A05F7-135F-47FE-B6D7-EA371F24B9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21799" y="6341835"/>
            <a:ext cx="2743200" cy="365125"/>
          </a:xfrm>
          <a:effectLst/>
        </p:spPr>
        <p:txBody>
          <a:bodyPr/>
          <a:lstStyle/>
          <a:p>
            <a:fld id="{B45CD97F-2943-414E-9A63-247F4BA00F02}" type="slidenum">
              <a:rPr lang="fr-CH" sz="2000" smtClean="0">
                <a:solidFill>
                  <a:schemeClr val="bg1"/>
                </a:solidFill>
                <a:latin typeface="Arial Black" panose="020B0A04020102020204" pitchFamily="34" charset="0"/>
              </a:rPr>
              <a:t>18</a:t>
            </a:fld>
            <a:endParaRPr lang="fr-CH" sz="2000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EEBD3511-A5C7-48D7-838A-85060FE466E4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291" t="9629" r="56564" b="8055"/>
          <a:stretch/>
        </p:blipFill>
        <p:spPr>
          <a:xfrm>
            <a:off x="1028700" y="3822318"/>
            <a:ext cx="4414841" cy="2825791"/>
          </a:xfrm>
          <a:prstGeom prst="rect">
            <a:avLst/>
          </a:prstGeom>
        </p:spPr>
      </p:pic>
      <p:pic>
        <p:nvPicPr>
          <p:cNvPr id="18" name="Image 17">
            <a:extLst>
              <a:ext uri="{FF2B5EF4-FFF2-40B4-BE49-F238E27FC236}">
                <a16:creationId xmlns:a16="http://schemas.microsoft.com/office/drawing/2014/main" id="{2FB3BD95-133B-47FB-804B-8D4ECEBB555F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50" t="10278" r="58365" b="9722"/>
          <a:stretch/>
        </p:blipFill>
        <p:spPr>
          <a:xfrm>
            <a:off x="5607505" y="3822317"/>
            <a:ext cx="4414841" cy="2825792"/>
          </a:xfrm>
          <a:prstGeom prst="rect">
            <a:avLst/>
          </a:prstGeom>
        </p:spPr>
      </p:pic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9" name="Modèle 3D 18">
                <a:extLst>
                  <a:ext uri="{FF2B5EF4-FFF2-40B4-BE49-F238E27FC236}">
                    <a16:creationId xmlns:a16="http://schemas.microsoft.com/office/drawing/2014/main" id="{3A13FDE1-C2F6-4B04-8E4D-BE7A83E2947D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776530548"/>
                  </p:ext>
                </p:extLst>
              </p:nvPr>
            </p:nvGraphicFramePr>
            <p:xfrm>
              <a:off x="3846288" y="3156178"/>
              <a:ext cx="3541484" cy="845450"/>
            </p:xfrm>
            <a:graphic>
              <a:graphicData uri="http://schemas.microsoft.com/office/drawing/2017/model3d">
                <am3d:model3d r:embed="rId7">
                  <am3d:spPr>
                    <a:xfrm>
                      <a:off x="0" y="0"/>
                      <a:ext cx="3541484" cy="845450"/>
                    </a:xfrm>
                    <a:prstGeom prst="rect">
                      <a:avLst/>
                    </a:prstGeom>
                    <a:effectLst>
                      <a:outerShdw blurRad="101600" dist="38100" dir="2700000" sx="101000" sy="101000" algn="tl" rotWithShape="0">
                        <a:prstClr val="black">
                          <a:alpha val="57000"/>
                        </a:prstClr>
                      </a:outerShdw>
                    </a:effectLst>
                  </am3d:spPr>
                  <am3d:camera>
                    <am3d:pos x="0" y="0" z="48474177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445646" d="1000000"/>
                    <am3d:preTrans dx="-18649289" dy="-4297098" dz="0"/>
                    <am3d:scale>
                      <am3d:sx n="1000000" d="1000000"/>
                      <am3d:sy n="1000000" d="1000000"/>
                      <am3d:sz n="1000000" d="1000000"/>
                    </am3d:scale>
                    <am3d:rot/>
                    <am3d:postTrans dx="0" dy="0" dz="0"/>
                  </am3d:trans>
                  <am3d:raster rName="Office3DRenderer" rVer="16.0.8326">
                    <am3d:blip r:embed="rId8"/>
                  </am3d:raster>
                  <am3d:objViewport viewportSz="3845861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9" name="Modèle 3D 18">
                <a:extLst>
                  <a:ext uri="{FF2B5EF4-FFF2-40B4-BE49-F238E27FC236}">
                    <a16:creationId xmlns:a16="http://schemas.microsoft.com/office/drawing/2014/main" id="{3A13FDE1-C2F6-4B04-8E4D-BE7A83E2947D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3846288" y="3156178"/>
                <a:ext cx="3541484" cy="845450"/>
              </a:xfrm>
              <a:prstGeom prst="rect">
                <a:avLst/>
              </a:prstGeom>
              <a:effectLst>
                <a:outerShdw blurRad="101600" dist="38100" dir="2700000" sx="101000" sy="101000" algn="tl" rotWithShape="0">
                  <a:prstClr val="black">
                    <a:alpha val="57000"/>
                  </a:prstClr>
                </a:outerShdw>
              </a:effectLst>
            </p:spPr>
          </p:pic>
        </mc:Fallback>
      </mc:AlternateContent>
      <p:pic>
        <p:nvPicPr>
          <p:cNvPr id="21" name="Image 20">
            <a:extLst>
              <a:ext uri="{FF2B5EF4-FFF2-40B4-BE49-F238E27FC236}">
                <a16:creationId xmlns:a16="http://schemas.microsoft.com/office/drawing/2014/main" id="{F2E24DB6-3185-49D2-A5C2-68C3B0A7271D}"/>
              </a:ext>
            </a:extLst>
          </p:cNvPr>
          <p:cNvPicPr>
            <a:picLocks noChangeAspect="1"/>
          </p:cNvPicPr>
          <p:nvPr/>
        </p:nvPicPr>
        <p:blipFill rotWithShape="1"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41049" b="45324"/>
          <a:stretch/>
        </p:blipFill>
        <p:spPr>
          <a:xfrm>
            <a:off x="188114" y="128869"/>
            <a:ext cx="3048006" cy="415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295911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000"/>
                            </p:stCondLst>
                            <p:childTnLst>
                              <p:par>
                                <p:cTn id="2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500"/>
                            </p:stCondLst>
                            <p:childTnLst>
                              <p:par>
                                <p:cTn id="31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3939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CB2F745-512D-4159-BFDF-87759859DF2E}"/>
              </a:ext>
            </a:extLst>
          </p:cNvPr>
          <p:cNvSpPr/>
          <p:nvPr/>
        </p:nvSpPr>
        <p:spPr>
          <a:xfrm>
            <a:off x="11607800" y="0"/>
            <a:ext cx="584199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E143375-6ABA-4C66-87D5-95B3865FA584}"/>
              </a:ext>
            </a:extLst>
          </p:cNvPr>
          <p:cNvSpPr/>
          <p:nvPr/>
        </p:nvSpPr>
        <p:spPr>
          <a:xfrm>
            <a:off x="0" y="0"/>
            <a:ext cx="12191999" cy="6731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7" name="Espace réservé du numéro de diapositive 1">
            <a:extLst>
              <a:ext uri="{FF2B5EF4-FFF2-40B4-BE49-F238E27FC236}">
                <a16:creationId xmlns:a16="http://schemas.microsoft.com/office/drawing/2014/main" id="{D57A05F7-135F-47FE-B6D7-EA371F24B9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21799" y="6341835"/>
            <a:ext cx="2743200" cy="365125"/>
          </a:xfrm>
          <a:effectLst/>
        </p:spPr>
        <p:txBody>
          <a:bodyPr/>
          <a:lstStyle/>
          <a:p>
            <a:fld id="{B45CD97F-2943-414E-9A63-247F4BA00F02}" type="slidenum">
              <a:rPr lang="fr-CH" sz="2000" smtClean="0">
                <a:solidFill>
                  <a:schemeClr val="bg1"/>
                </a:solidFill>
                <a:latin typeface="Arial Black" panose="020B0A04020102020204" pitchFamily="34" charset="0"/>
              </a:rPr>
              <a:t>19</a:t>
            </a:fld>
            <a:endParaRPr lang="fr-CH" sz="2000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pic>
        <p:nvPicPr>
          <p:cNvPr id="20" name="Image 19">
            <a:extLst>
              <a:ext uri="{FF2B5EF4-FFF2-40B4-BE49-F238E27FC236}">
                <a16:creationId xmlns:a16="http://schemas.microsoft.com/office/drawing/2014/main" id="{5610F5BD-0591-46CB-B7D8-0FEA32FDFD5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41049" b="45324"/>
          <a:stretch/>
        </p:blipFill>
        <p:spPr>
          <a:xfrm>
            <a:off x="188114" y="128869"/>
            <a:ext cx="3048006" cy="415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0536487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3939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CB2F745-512D-4159-BFDF-87759859DF2E}"/>
              </a:ext>
            </a:extLst>
          </p:cNvPr>
          <p:cNvSpPr/>
          <p:nvPr/>
        </p:nvSpPr>
        <p:spPr>
          <a:xfrm>
            <a:off x="11607800" y="0"/>
            <a:ext cx="584199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E143375-6ABA-4C66-87D5-95B3865FA584}"/>
              </a:ext>
            </a:extLst>
          </p:cNvPr>
          <p:cNvSpPr/>
          <p:nvPr/>
        </p:nvSpPr>
        <p:spPr>
          <a:xfrm>
            <a:off x="0" y="0"/>
            <a:ext cx="12191999" cy="6731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7" name="Espace réservé du numéro de diapositive 1">
            <a:extLst>
              <a:ext uri="{FF2B5EF4-FFF2-40B4-BE49-F238E27FC236}">
                <a16:creationId xmlns:a16="http://schemas.microsoft.com/office/drawing/2014/main" id="{D57A05F7-135F-47FE-B6D7-EA371F24B9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21799" y="6341835"/>
            <a:ext cx="2743200" cy="365125"/>
          </a:xfrm>
          <a:effectLst/>
        </p:spPr>
        <p:txBody>
          <a:bodyPr/>
          <a:lstStyle/>
          <a:p>
            <a:fld id="{B45CD97F-2943-414E-9A63-247F4BA00F02}" type="slidenum">
              <a:rPr lang="fr-CH" sz="2000" smtClean="0">
                <a:solidFill>
                  <a:schemeClr val="bg1"/>
                </a:solidFill>
                <a:latin typeface="Arial Black" panose="020B0A04020102020204" pitchFamily="34" charset="0"/>
              </a:rPr>
              <a:t>20</a:t>
            </a:fld>
            <a:endParaRPr lang="fr-CH" sz="2000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pic>
        <p:nvPicPr>
          <p:cNvPr id="20" name="Image 19">
            <a:extLst>
              <a:ext uri="{FF2B5EF4-FFF2-40B4-BE49-F238E27FC236}">
                <a16:creationId xmlns:a16="http://schemas.microsoft.com/office/drawing/2014/main" id="{5610F5BD-0591-46CB-B7D8-0FEA32FDFD5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41049" b="45324"/>
          <a:stretch/>
        </p:blipFill>
        <p:spPr>
          <a:xfrm>
            <a:off x="188114" y="128869"/>
            <a:ext cx="3048006" cy="415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380389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1000">
              <a:schemeClr val="tx1"/>
            </a:gs>
            <a:gs pos="100000">
              <a:srgbClr val="88898F"/>
            </a:gs>
          </a:gsLst>
          <a:path path="rect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m3d="http://schemas.microsoft.com/office/drawing/2017/model3d">
        <mc:Choice Requires="am3d">
          <p:graphicFrame>
            <p:nvGraphicFramePr>
              <p:cNvPr id="3" name="Modèle 3D 2">
                <a:extLst>
                  <a:ext uri="{FF2B5EF4-FFF2-40B4-BE49-F238E27FC236}">
                    <a16:creationId xmlns:a16="http://schemas.microsoft.com/office/drawing/2014/main" id="{CFAFAE55-56B7-4472-8E46-61ECB43C989B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360486259"/>
                  </p:ext>
                </p:extLst>
              </p:nvPr>
            </p:nvGraphicFramePr>
            <p:xfrm>
              <a:off x="3245936" y="3246437"/>
              <a:ext cx="5700128" cy="365125"/>
            </p:xfrm>
            <a:graphic>
              <a:graphicData uri="http://schemas.microsoft.com/office/drawing/2017/model3d">
                <am3d:model3d r:embed="rId3">
                  <am3d:spPr>
                    <a:xfrm>
                      <a:off x="0" y="0"/>
                      <a:ext cx="5700128" cy="365125"/>
                    </a:xfrm>
                    <a:prstGeom prst="rect">
                      <a:avLst/>
                    </a:prstGeom>
                  </am3d:spPr>
                  <am3d:camera>
                    <am3d:pos x="0" y="0" z="47169696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99320" d="1000000"/>
                    <am3d:preTrans dx="-18129112" dy="-1338919" dz="0"/>
                    <am3d:scale>
                      <am3d:sx n="1000000" d="1000000"/>
                      <am3d:sy n="1000000" d="1000000"/>
                      <am3d:sz n="1000000" d="1000000"/>
                    </am3d:scale>
                    <am3d:rot/>
                    <am3d:postTrans dx="0" dy="0" dz="0"/>
                  </am3d:trans>
                  <am3d:raster rName="Office3DRenderer" rVer="16.0.8326">
                    <am3d:blip r:embed="rId4"/>
                  </am3d:raster>
                  <am3d:objViewport viewportSz="6093476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 xmlns="">
          <p:pic>
            <p:nvPicPr>
              <p:cNvPr id="3" name="Modèle 3D 2">
                <a:extLst>
                  <a:ext uri="{FF2B5EF4-FFF2-40B4-BE49-F238E27FC236}">
                    <a16:creationId xmlns:a16="http://schemas.microsoft.com/office/drawing/2014/main" id="{CFAFAE55-56B7-4472-8E46-61ECB43C989B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245936" y="3246437"/>
                <a:ext cx="5700128" cy="365125"/>
              </a:xfrm>
              <a:prstGeom prst="rect">
                <a:avLst/>
              </a:prstGeom>
            </p:spPr>
          </p:pic>
        </mc:Fallback>
      </mc:AlternateContent>
      <p:sp>
        <p:nvSpPr>
          <p:cNvPr id="5" name="Espace réservé du numéro de diapositive 1">
            <a:extLst>
              <a:ext uri="{FF2B5EF4-FFF2-40B4-BE49-F238E27FC236}">
                <a16:creationId xmlns:a16="http://schemas.microsoft.com/office/drawing/2014/main" id="{D0ACE4D3-5FA0-44F2-A245-D1E26EA562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21799" y="6341835"/>
            <a:ext cx="2743200" cy="365125"/>
          </a:xfrm>
          <a:effectLst>
            <a:outerShdw blurRad="50800" dist="38100" dir="3420000" algn="tl" rotWithShape="0">
              <a:prstClr val="black">
                <a:alpha val="68000"/>
              </a:prstClr>
            </a:outerShdw>
          </a:effectLst>
        </p:spPr>
        <p:txBody>
          <a:bodyPr/>
          <a:lstStyle/>
          <a:p>
            <a:fld id="{B45CD97F-2943-414E-9A63-247F4BA00F02}" type="slidenum">
              <a:rPr lang="fr-CH" sz="2000" smtClean="0">
                <a:solidFill>
                  <a:schemeClr val="tx1"/>
                </a:solidFill>
                <a:latin typeface="Arial Black" panose="020B0A04020102020204" pitchFamily="34" charset="0"/>
              </a:rPr>
              <a:t>21</a:t>
            </a:fld>
            <a:endParaRPr lang="fr-CH" sz="2000" dirty="0">
              <a:solidFill>
                <a:schemeClr val="tx1"/>
              </a:solidFill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049397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187</Words>
  <Application>Microsoft Office PowerPoint</Application>
  <PresentationFormat>Grand écran</PresentationFormat>
  <Paragraphs>76</Paragraphs>
  <Slides>21</Slides>
  <Notes>21</Notes>
  <HiddenSlides>0</HiddenSlides>
  <MMClips>0</MMClips>
  <ScaleCrop>false</ScaleCrop>
  <HeadingPairs>
    <vt:vector size="6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21</vt:i4>
      </vt:variant>
    </vt:vector>
  </HeadingPairs>
  <TitlesOfParts>
    <vt:vector size="28" baseType="lpstr">
      <vt:lpstr>Arial</vt:lpstr>
      <vt:lpstr>Arial Black</vt:lpstr>
      <vt:lpstr>Calibri</vt:lpstr>
      <vt:lpstr>Calibri Light</vt:lpstr>
      <vt:lpstr>Roboto</vt:lpstr>
      <vt:lpstr>Roboto Thin</vt:lpstr>
      <vt:lpstr>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DIMEN</dc:title>
  <dc:creator>Leone Sacha</dc:creator>
  <cp:lastModifiedBy>Leone Sacha</cp:lastModifiedBy>
  <cp:revision>149</cp:revision>
  <dcterms:created xsi:type="dcterms:W3CDTF">2025-03-31T06:17:39Z</dcterms:created>
  <dcterms:modified xsi:type="dcterms:W3CDTF">2025-04-01T14:15:10Z</dcterms:modified>
</cp:coreProperties>
</file>